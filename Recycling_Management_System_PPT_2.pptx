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297" r:id="rId6"/>
    <p:sldId id="267" r:id="rId7"/>
    <p:sldId id="268" r:id="rId8"/>
    <p:sldId id="269" r:id="rId9"/>
    <p:sldId id="295" r:id="rId10"/>
    <p:sldId id="276" r:id="rId11"/>
    <p:sldId id="283" r:id="rId12"/>
    <p:sldId id="284" r:id="rId13"/>
    <p:sldId id="285" r:id="rId14"/>
    <p:sldId id="299" r:id="rId15"/>
    <p:sldId id="282" r:id="rId16"/>
    <p:sldId id="301" r:id="rId17"/>
    <p:sldId id="302" r:id="rId18"/>
    <p:sldId id="286" r:id="rId19"/>
    <p:sldId id="303" r:id="rId20"/>
    <p:sldId id="304" r:id="rId21"/>
    <p:sldId id="305" r:id="rId22"/>
    <p:sldId id="306" r:id="rId23"/>
    <p:sldId id="307" r:id="rId24"/>
    <p:sldId id="298" r:id="rId25"/>
    <p:sldId id="265" r:id="rId26"/>
  </p:sldIdLst>
  <p:sldSz cx="12192000" cy="6858000"/>
  <p:notesSz cx="6858000" cy="9144000"/>
  <p:embeddedFontLst>
    <p:embeddedFont>
      <p:font typeface="Artifakt Element Black" panose="020B0A03050000020004" charset="0"/>
      <p:bold r:id="rId28"/>
    </p:embeddedFont>
    <p:embeddedFont>
      <p:font typeface="Century Gothic" panose="020B0502020202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C0D7"/>
    <a:srgbClr val="AA44A3"/>
    <a:srgbClr val="B4229F"/>
    <a:srgbClr val="D5A3D5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7E0F6-7830-4C4B-BC99-3C94FF6D2196}" v="67" dt="2026-10-06T08:49:43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284" y="232"/>
      </p:cViewPr>
      <p:guideLst>
        <p:guide orient="horz" pos="2174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TNALU LILLY" userId="ae6ae6ff5024b3e7" providerId="LiveId" clId="{9357F58C-F33D-4E8A-8D95-BBB635AB12AC}"/>
    <pc:docChg chg="undo custSel delSld modSld">
      <pc:chgData name="RATNALU LILLY" userId="ae6ae6ff5024b3e7" providerId="LiveId" clId="{9357F58C-F33D-4E8A-8D95-BBB635AB12AC}" dt="2026-10-06T08:49:43.132" v="986"/>
      <pc:docMkLst>
        <pc:docMk/>
      </pc:docMkLst>
      <pc:sldChg chg="addSp delSp modSp mod">
        <pc:chgData name="RATNALU LILLY" userId="ae6ae6ff5024b3e7" providerId="LiveId" clId="{9357F58C-F33D-4E8A-8D95-BBB635AB12AC}" dt="2026-10-01T09:55:42.845" v="63" actId="14100"/>
        <pc:sldMkLst>
          <pc:docMk/>
          <pc:sldMk cId="0" sldId="283"/>
        </pc:sldMkLst>
        <pc:spChg chg="mod">
          <ac:chgData name="RATNALU LILLY" userId="ae6ae6ff5024b3e7" providerId="LiveId" clId="{9357F58C-F33D-4E8A-8D95-BBB635AB12AC}" dt="2026-10-01T09:53:10.285" v="38" actId="6549"/>
          <ac:spMkLst>
            <pc:docMk/>
            <pc:sldMk cId="0" sldId="283"/>
            <ac:spMk id="19" creationId="{00000000-0000-0000-0000-000000000000}"/>
          </ac:spMkLst>
        </pc:spChg>
        <pc:spChg chg="mod">
          <ac:chgData name="RATNALU LILLY" userId="ae6ae6ff5024b3e7" providerId="LiveId" clId="{9357F58C-F33D-4E8A-8D95-BBB635AB12AC}" dt="2026-10-01T09:54:07.244" v="58" actId="6549"/>
          <ac:spMkLst>
            <pc:docMk/>
            <pc:sldMk cId="0" sldId="283"/>
            <ac:spMk id="51" creationId="{00000000-0000-0000-0000-000000000000}"/>
          </ac:spMkLst>
        </pc:spChg>
        <pc:picChg chg="add mod modCrop">
          <ac:chgData name="RATNALU LILLY" userId="ae6ae6ff5024b3e7" providerId="LiveId" clId="{9357F58C-F33D-4E8A-8D95-BBB635AB12AC}" dt="2026-10-01T09:55:42.845" v="63" actId="14100"/>
          <ac:picMkLst>
            <pc:docMk/>
            <pc:sldMk cId="0" sldId="283"/>
            <ac:picMk id="3" creationId="{7D886BE8-DDE4-BADF-1BDB-67515EBF7908}"/>
          </ac:picMkLst>
        </pc:picChg>
      </pc:sldChg>
      <pc:sldChg chg="delSp modSp mod">
        <pc:chgData name="RATNALU LILLY" userId="ae6ae6ff5024b3e7" providerId="LiveId" clId="{9357F58C-F33D-4E8A-8D95-BBB635AB12AC}" dt="2026-10-01T10:04:40.664" v="115" actId="113"/>
        <pc:sldMkLst>
          <pc:docMk/>
          <pc:sldMk cId="0" sldId="284"/>
        </pc:sldMkLst>
        <pc:spChg chg="mod">
          <ac:chgData name="RATNALU LILLY" userId="ae6ae6ff5024b3e7" providerId="LiveId" clId="{9357F58C-F33D-4E8A-8D95-BBB635AB12AC}" dt="2026-10-01T10:04:27.055" v="111" actId="113"/>
          <ac:spMkLst>
            <pc:docMk/>
            <pc:sldMk cId="0" sldId="284"/>
            <ac:spMk id="12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0:28.384" v="69"/>
          <ac:spMkLst>
            <pc:docMk/>
            <pc:sldMk cId="0" sldId="284"/>
            <ac:spMk id="14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4:33.633" v="113" actId="113"/>
          <ac:spMkLst>
            <pc:docMk/>
            <pc:sldMk cId="0" sldId="284"/>
            <ac:spMk id="20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1:04.352" v="73"/>
          <ac:spMkLst>
            <pc:docMk/>
            <pc:sldMk cId="0" sldId="284"/>
            <ac:spMk id="22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4:37.119" v="114" actId="113"/>
          <ac:spMkLst>
            <pc:docMk/>
            <pc:sldMk cId="0" sldId="284"/>
            <ac:spMk id="26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1:08.785" v="74" actId="20577"/>
          <ac:spMkLst>
            <pc:docMk/>
            <pc:sldMk cId="0" sldId="284"/>
            <ac:spMk id="28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2:07.061" v="77"/>
          <ac:spMkLst>
            <pc:docMk/>
            <pc:sldMk cId="0" sldId="284"/>
            <ac:spMk id="30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2:19.381" v="79"/>
          <ac:spMkLst>
            <pc:docMk/>
            <pc:sldMk cId="0" sldId="284"/>
            <ac:spMk id="36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2:32.544" v="81"/>
          <ac:spMkLst>
            <pc:docMk/>
            <pc:sldMk cId="0" sldId="284"/>
            <ac:spMk id="38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2:43.845" v="83"/>
          <ac:spMkLst>
            <pc:docMk/>
            <pc:sldMk cId="0" sldId="284"/>
            <ac:spMk id="44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2:59.023" v="86" actId="20577"/>
          <ac:spMkLst>
            <pc:docMk/>
            <pc:sldMk cId="0" sldId="284"/>
            <ac:spMk id="46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4:40.664" v="115" actId="113"/>
          <ac:spMkLst>
            <pc:docMk/>
            <pc:sldMk cId="0" sldId="284"/>
            <ac:spMk id="52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4:04.740" v="105" actId="14100"/>
          <ac:spMkLst>
            <pc:docMk/>
            <pc:sldMk cId="0" sldId="284"/>
            <ac:spMk id="54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4:12.370" v="107" actId="20577"/>
          <ac:spMkLst>
            <pc:docMk/>
            <pc:sldMk cId="0" sldId="284"/>
            <ac:spMk id="60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4:20.646" v="110" actId="20577"/>
          <ac:spMkLst>
            <pc:docMk/>
            <pc:sldMk cId="0" sldId="284"/>
            <ac:spMk id="62" creationId="{00000000-0000-0000-0000-000000000000}"/>
          </ac:spMkLst>
        </pc:spChg>
      </pc:sldChg>
      <pc:sldChg chg="addSp delSp modSp mod">
        <pc:chgData name="RATNALU LILLY" userId="ae6ae6ff5024b3e7" providerId="LiveId" clId="{9357F58C-F33D-4E8A-8D95-BBB635AB12AC}" dt="2026-10-01T10:07:23.581" v="152" actId="2711"/>
        <pc:sldMkLst>
          <pc:docMk/>
          <pc:sldMk cId="0" sldId="285"/>
        </pc:sldMkLst>
        <pc:spChg chg="mod">
          <ac:chgData name="RATNALU LILLY" userId="ae6ae6ff5024b3e7" providerId="LiveId" clId="{9357F58C-F33D-4E8A-8D95-BBB635AB12AC}" dt="2026-10-01T10:06:14.099" v="130" actId="1076"/>
          <ac:spMkLst>
            <pc:docMk/>
            <pc:sldMk cId="0" sldId="285"/>
            <ac:spMk id="87" creationId="{00000000-0000-0000-0000-000000000000}"/>
          </ac:spMkLst>
        </pc:spChg>
        <pc:spChg chg="add del mod">
          <ac:chgData name="RATNALU LILLY" userId="ae6ae6ff5024b3e7" providerId="LiveId" clId="{9357F58C-F33D-4E8A-8D95-BBB635AB12AC}" dt="2026-10-01T10:07:23.581" v="152" actId="2711"/>
          <ac:spMkLst>
            <pc:docMk/>
            <pc:sldMk cId="0" sldId="285"/>
            <ac:spMk id="89" creationId="{00000000-0000-0000-0000-000000000000}"/>
          </ac:spMkLst>
        </pc:spChg>
        <pc:spChg chg="add del mod">
          <ac:chgData name="RATNALU LILLY" userId="ae6ae6ff5024b3e7" providerId="LiveId" clId="{9357F58C-F33D-4E8A-8D95-BBB635AB12AC}" dt="2026-10-01T10:05:44.322" v="124" actId="20577"/>
          <ac:spMkLst>
            <pc:docMk/>
            <pc:sldMk cId="0" sldId="285"/>
            <ac:spMk id="91" creationId="{00000000-0000-0000-0000-000000000000}"/>
          </ac:spMkLst>
        </pc:spChg>
        <pc:spChg chg="mod">
          <ac:chgData name="RATNALU LILLY" userId="ae6ae6ff5024b3e7" providerId="LiveId" clId="{9357F58C-F33D-4E8A-8D95-BBB635AB12AC}" dt="2026-10-01T10:06:29.161" v="137" actId="14100"/>
          <ac:spMkLst>
            <pc:docMk/>
            <pc:sldMk cId="0" sldId="285"/>
            <ac:spMk id="101" creationId="{00000000-0000-0000-0000-000000000000}"/>
          </ac:spMkLst>
        </pc:spChg>
      </pc:sldChg>
      <pc:sldChg chg="addSp delSp modSp mod">
        <pc:chgData name="RATNALU LILLY" userId="ae6ae6ff5024b3e7" providerId="LiveId" clId="{9357F58C-F33D-4E8A-8D95-BBB635AB12AC}" dt="2026-10-06T08:30:31.184" v="848" actId="14100"/>
        <pc:sldMkLst>
          <pc:docMk/>
          <pc:sldMk cId="0" sldId="286"/>
        </pc:sldMkLst>
        <pc:picChg chg="add del mod">
          <ac:chgData name="RATNALU LILLY" userId="ae6ae6ff5024b3e7" providerId="LiveId" clId="{9357F58C-F33D-4E8A-8D95-BBB635AB12AC}" dt="2026-10-06T08:29:25.138" v="840" actId="478"/>
          <ac:picMkLst>
            <pc:docMk/>
            <pc:sldMk cId="0" sldId="286"/>
            <ac:picMk id="5" creationId="{B18650D1-F600-1B54-FBF6-1B85882DAA31}"/>
          </ac:picMkLst>
        </pc:picChg>
        <pc:picChg chg="del">
          <ac:chgData name="RATNALU LILLY" userId="ae6ae6ff5024b3e7" providerId="LiveId" clId="{9357F58C-F33D-4E8A-8D95-BBB635AB12AC}" dt="2026-10-06T08:24:05.762" v="821" actId="478"/>
          <ac:picMkLst>
            <pc:docMk/>
            <pc:sldMk cId="0" sldId="286"/>
            <ac:picMk id="6" creationId="{00000000-0000-0000-0000-000000000000}"/>
          </ac:picMkLst>
        </pc:picChg>
        <pc:picChg chg="add mod">
          <ac:chgData name="RATNALU LILLY" userId="ae6ae6ff5024b3e7" providerId="LiveId" clId="{9357F58C-F33D-4E8A-8D95-BBB635AB12AC}" dt="2026-10-06T08:30:31.184" v="848" actId="14100"/>
          <ac:picMkLst>
            <pc:docMk/>
            <pc:sldMk cId="0" sldId="286"/>
            <ac:picMk id="24" creationId="{D86911A0-5C87-413C-4C61-FF3FD191F254}"/>
          </ac:picMkLst>
        </pc:picChg>
        <pc:inkChg chg="add del">
          <ac:chgData name="RATNALU LILLY" userId="ae6ae6ff5024b3e7" providerId="LiveId" clId="{9357F58C-F33D-4E8A-8D95-BBB635AB12AC}" dt="2026-10-06T08:29:29.095" v="841" actId="478"/>
          <ac:inkMkLst>
            <pc:docMk/>
            <pc:sldMk cId="0" sldId="286"/>
            <ac:inkMk id="7" creationId="{B1B47194-C482-38DB-D404-4C3EFCA40519}"/>
          </ac:inkMkLst>
        </pc:inkChg>
        <pc:inkChg chg="add del">
          <ac:chgData name="RATNALU LILLY" userId="ae6ae6ff5024b3e7" providerId="LiveId" clId="{9357F58C-F33D-4E8A-8D95-BBB635AB12AC}" dt="2026-10-06T08:29:29.095" v="841" actId="478"/>
          <ac:inkMkLst>
            <pc:docMk/>
            <pc:sldMk cId="0" sldId="286"/>
            <ac:inkMk id="8" creationId="{E1474E8C-0C10-987B-F039-710D669FAD41}"/>
          </ac:inkMkLst>
        </pc:inkChg>
        <pc:inkChg chg="add del">
          <ac:chgData name="RATNALU LILLY" userId="ae6ae6ff5024b3e7" providerId="LiveId" clId="{9357F58C-F33D-4E8A-8D95-BBB635AB12AC}" dt="2026-10-06T08:29:29.095" v="841" actId="478"/>
          <ac:inkMkLst>
            <pc:docMk/>
            <pc:sldMk cId="0" sldId="286"/>
            <ac:inkMk id="9" creationId="{5201262B-5791-09D8-1E99-A837778DEEF0}"/>
          </ac:inkMkLst>
        </pc:inkChg>
        <pc:inkChg chg="add del">
          <ac:chgData name="RATNALU LILLY" userId="ae6ae6ff5024b3e7" providerId="LiveId" clId="{9357F58C-F33D-4E8A-8D95-BBB635AB12AC}" dt="2026-10-06T08:29:29.095" v="841" actId="478"/>
          <ac:inkMkLst>
            <pc:docMk/>
            <pc:sldMk cId="0" sldId="286"/>
            <ac:inkMk id="10" creationId="{B38C0BFC-9332-B680-2DC6-D3F470B1DA56}"/>
          </ac:inkMkLst>
        </pc:inkChg>
        <pc:inkChg chg="add del">
          <ac:chgData name="RATNALU LILLY" userId="ae6ae6ff5024b3e7" providerId="LiveId" clId="{9357F58C-F33D-4E8A-8D95-BBB635AB12AC}" dt="2026-10-06T08:29:29.095" v="841" actId="478"/>
          <ac:inkMkLst>
            <pc:docMk/>
            <pc:sldMk cId="0" sldId="286"/>
            <ac:inkMk id="11" creationId="{65B046FD-5CAF-C4CD-7F28-89A700B3BA1D}"/>
          </ac:inkMkLst>
        </pc:inkChg>
        <pc:inkChg chg="add del">
          <ac:chgData name="RATNALU LILLY" userId="ae6ae6ff5024b3e7" providerId="LiveId" clId="{9357F58C-F33D-4E8A-8D95-BBB635AB12AC}" dt="2026-10-06T08:29:29.095" v="841" actId="478"/>
          <ac:inkMkLst>
            <pc:docMk/>
            <pc:sldMk cId="0" sldId="286"/>
            <ac:inkMk id="12" creationId="{226CE18F-ECCC-3E6C-5685-23E222168B6E}"/>
          </ac:inkMkLst>
        </pc:inkChg>
        <pc:inkChg chg="add del">
          <ac:chgData name="RATNALU LILLY" userId="ae6ae6ff5024b3e7" providerId="LiveId" clId="{9357F58C-F33D-4E8A-8D95-BBB635AB12AC}" dt="2026-10-06T08:29:29.095" v="841" actId="478"/>
          <ac:inkMkLst>
            <pc:docMk/>
            <pc:sldMk cId="0" sldId="286"/>
            <ac:inkMk id="13" creationId="{120EB087-D600-B70F-3D94-D63AF87819A0}"/>
          </ac:inkMkLst>
        </pc:inkChg>
        <pc:inkChg chg="add del">
          <ac:chgData name="RATNALU LILLY" userId="ae6ae6ff5024b3e7" providerId="LiveId" clId="{9357F58C-F33D-4E8A-8D95-BBB635AB12AC}" dt="2026-10-06T08:29:29.095" v="841" actId="478"/>
          <ac:inkMkLst>
            <pc:docMk/>
            <pc:sldMk cId="0" sldId="286"/>
            <ac:inkMk id="14" creationId="{AF053B41-40BD-6640-9B5C-1F84F341B213}"/>
          </ac:inkMkLst>
        </pc:inkChg>
        <pc:inkChg chg="add del">
          <ac:chgData name="RATNALU LILLY" userId="ae6ae6ff5024b3e7" providerId="LiveId" clId="{9357F58C-F33D-4E8A-8D95-BBB635AB12AC}" dt="2026-10-06T08:29:29.095" v="841" actId="478"/>
          <ac:inkMkLst>
            <pc:docMk/>
            <pc:sldMk cId="0" sldId="286"/>
            <ac:inkMk id="15" creationId="{82D8C1F1-1140-C401-09AA-E25993A82020}"/>
          </ac:inkMkLst>
        </pc:inkChg>
        <pc:inkChg chg="add">
          <ac:chgData name="RATNALU LILLY" userId="ae6ae6ff5024b3e7" providerId="LiveId" clId="{9357F58C-F33D-4E8A-8D95-BBB635AB12AC}" dt="2026-10-06T08:28:59.563" v="833" actId="9405"/>
          <ac:inkMkLst>
            <pc:docMk/>
            <pc:sldMk cId="0" sldId="286"/>
            <ac:inkMk id="16" creationId="{19CBAD56-F1BB-1B94-D5F2-336E62A98343}"/>
          </ac:inkMkLst>
        </pc:inkChg>
        <pc:inkChg chg="add">
          <ac:chgData name="RATNALU LILLY" userId="ae6ae6ff5024b3e7" providerId="LiveId" clId="{9357F58C-F33D-4E8A-8D95-BBB635AB12AC}" dt="2026-10-06T08:29:11.150" v="834" actId="9405"/>
          <ac:inkMkLst>
            <pc:docMk/>
            <pc:sldMk cId="0" sldId="286"/>
            <ac:inkMk id="17" creationId="{795FB672-B727-D50A-E2A2-62EB5FAE2E5C}"/>
          </ac:inkMkLst>
        </pc:inkChg>
        <pc:inkChg chg="add">
          <ac:chgData name="RATNALU LILLY" userId="ae6ae6ff5024b3e7" providerId="LiveId" clId="{9357F58C-F33D-4E8A-8D95-BBB635AB12AC}" dt="2026-10-06T08:29:16.385" v="835" actId="9405"/>
          <ac:inkMkLst>
            <pc:docMk/>
            <pc:sldMk cId="0" sldId="286"/>
            <ac:inkMk id="18" creationId="{09D1EFDA-1343-FB16-B274-0155C641F2B2}"/>
          </ac:inkMkLst>
        </pc:inkChg>
        <pc:inkChg chg="add">
          <ac:chgData name="RATNALU LILLY" userId="ae6ae6ff5024b3e7" providerId="LiveId" clId="{9357F58C-F33D-4E8A-8D95-BBB635AB12AC}" dt="2026-10-06T08:29:17.439" v="836" actId="9405"/>
          <ac:inkMkLst>
            <pc:docMk/>
            <pc:sldMk cId="0" sldId="286"/>
            <ac:inkMk id="19" creationId="{6ED46720-A249-D554-95D1-69DFF50AA5E7}"/>
          </ac:inkMkLst>
        </pc:inkChg>
        <pc:inkChg chg="add">
          <ac:chgData name="RATNALU LILLY" userId="ae6ae6ff5024b3e7" providerId="LiveId" clId="{9357F58C-F33D-4E8A-8D95-BBB635AB12AC}" dt="2026-10-06T08:29:17.664" v="837" actId="9405"/>
          <ac:inkMkLst>
            <pc:docMk/>
            <pc:sldMk cId="0" sldId="286"/>
            <ac:inkMk id="20" creationId="{AB2252D2-D6C8-2020-031F-EF436069AAC3}"/>
          </ac:inkMkLst>
        </pc:inkChg>
        <pc:inkChg chg="add">
          <ac:chgData name="RATNALU LILLY" userId="ae6ae6ff5024b3e7" providerId="LiveId" clId="{9357F58C-F33D-4E8A-8D95-BBB635AB12AC}" dt="2026-10-06T08:29:18.655" v="838" actId="9405"/>
          <ac:inkMkLst>
            <pc:docMk/>
            <pc:sldMk cId="0" sldId="286"/>
            <ac:inkMk id="21" creationId="{56DB81A4-D118-4642-9016-14F6348F5EFA}"/>
          </ac:inkMkLst>
        </pc:inkChg>
        <pc:inkChg chg="add">
          <ac:chgData name="RATNALU LILLY" userId="ae6ae6ff5024b3e7" providerId="LiveId" clId="{9357F58C-F33D-4E8A-8D95-BBB635AB12AC}" dt="2026-10-06T08:29:19.133" v="839" actId="9405"/>
          <ac:inkMkLst>
            <pc:docMk/>
            <pc:sldMk cId="0" sldId="286"/>
            <ac:inkMk id="22" creationId="{3A8E2F84-E01E-2A60-475E-24FA12FD6D30}"/>
          </ac:inkMkLst>
        </pc:inkChg>
      </pc:sldChg>
      <pc:sldChg chg="addSp delSp modSp mod">
        <pc:chgData name="RATNALU LILLY" userId="ae6ae6ff5024b3e7" providerId="LiveId" clId="{9357F58C-F33D-4E8A-8D95-BBB635AB12AC}" dt="2026-10-01T09:48:18.489" v="33" actId="14100"/>
        <pc:sldMkLst>
          <pc:docMk/>
          <pc:sldMk cId="0" sldId="299"/>
        </pc:sldMkLst>
        <pc:picChg chg="add mod">
          <ac:chgData name="RATNALU LILLY" userId="ae6ae6ff5024b3e7" providerId="LiveId" clId="{9357F58C-F33D-4E8A-8D95-BBB635AB12AC}" dt="2026-10-01T09:48:18.489" v="33" actId="14100"/>
          <ac:picMkLst>
            <pc:docMk/>
            <pc:sldMk cId="0" sldId="299"/>
            <ac:picMk id="3" creationId="{DB401A8A-25FE-67FB-83B0-775F818FE829}"/>
          </ac:picMkLst>
        </pc:picChg>
      </pc:sldChg>
      <pc:sldChg chg="del">
        <pc:chgData name="RATNALU LILLY" userId="ae6ae6ff5024b3e7" providerId="LiveId" clId="{9357F58C-F33D-4E8A-8D95-BBB635AB12AC}" dt="2026-10-06T08:22:19.188" v="820" actId="2696"/>
        <pc:sldMkLst>
          <pc:docMk/>
          <pc:sldMk cId="0" sldId="300"/>
        </pc:sldMkLst>
      </pc:sldChg>
      <pc:sldChg chg="delSp modSp mod">
        <pc:chgData name="RATNALU LILLY" userId="ae6ae6ff5024b3e7" providerId="LiveId" clId="{9357F58C-F33D-4E8A-8D95-BBB635AB12AC}" dt="2026-10-06T08:21:38.401" v="819" actId="255"/>
        <pc:sldMkLst>
          <pc:docMk/>
          <pc:sldMk cId="0" sldId="301"/>
        </pc:sldMkLst>
        <pc:spChg chg="mod">
          <ac:chgData name="RATNALU LILLY" userId="ae6ae6ff5024b3e7" providerId="LiveId" clId="{9357F58C-F33D-4E8A-8D95-BBB635AB12AC}" dt="2026-10-06T07:55:38.988" v="454" actId="255"/>
          <ac:spMkLst>
            <pc:docMk/>
            <pc:sldMk cId="0" sldId="301"/>
            <ac:spMk id="7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9:11.501" v="799" actId="255"/>
          <ac:spMkLst>
            <pc:docMk/>
            <pc:sldMk cId="0" sldId="301"/>
            <ac:spMk id="76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9:18.721" v="800" actId="255"/>
          <ac:spMkLst>
            <pc:docMk/>
            <pc:sldMk cId="0" sldId="301"/>
            <ac:spMk id="78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9:27.747" v="801" actId="255"/>
          <ac:spMkLst>
            <pc:docMk/>
            <pc:sldMk cId="0" sldId="301"/>
            <ac:spMk id="80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7:55:52.183" v="456" actId="1076"/>
          <ac:spMkLst>
            <pc:docMk/>
            <pc:sldMk cId="0" sldId="301"/>
            <ac:spMk id="8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9:35.150" v="802" actId="255"/>
          <ac:spMkLst>
            <pc:docMk/>
            <pc:sldMk cId="0" sldId="301"/>
            <ac:spMk id="84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0:15.944" v="808" actId="255"/>
          <ac:spMkLst>
            <pc:docMk/>
            <pc:sldMk cId="0" sldId="301"/>
            <ac:spMk id="86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1:10.410" v="814" actId="255"/>
          <ac:spMkLst>
            <pc:docMk/>
            <pc:sldMk cId="0" sldId="301"/>
            <ac:spMk id="88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9:39.828" v="803" actId="255"/>
          <ac:spMkLst>
            <pc:docMk/>
            <pc:sldMk cId="0" sldId="301"/>
            <ac:spMk id="9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0:22.656" v="809" actId="255"/>
          <ac:spMkLst>
            <pc:docMk/>
            <pc:sldMk cId="0" sldId="301"/>
            <ac:spMk id="94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1:16.044" v="815" actId="255"/>
          <ac:spMkLst>
            <pc:docMk/>
            <pc:sldMk cId="0" sldId="301"/>
            <ac:spMk id="96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7:53:47.495" v="447"/>
          <ac:spMkLst>
            <pc:docMk/>
            <pc:sldMk cId="0" sldId="301"/>
            <ac:spMk id="98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9:54.870" v="804" actId="255"/>
          <ac:spMkLst>
            <pc:docMk/>
            <pc:sldMk cId="0" sldId="301"/>
            <ac:spMk id="100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0:28.372" v="810" actId="255"/>
          <ac:spMkLst>
            <pc:docMk/>
            <pc:sldMk cId="0" sldId="301"/>
            <ac:spMk id="10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1:21.428" v="816" actId="255"/>
          <ac:spMkLst>
            <pc:docMk/>
            <pc:sldMk cId="0" sldId="301"/>
            <ac:spMk id="104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0:00.332" v="805" actId="255"/>
          <ac:spMkLst>
            <pc:docMk/>
            <pc:sldMk cId="0" sldId="301"/>
            <ac:spMk id="108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0:36.175" v="811" actId="255"/>
          <ac:spMkLst>
            <pc:docMk/>
            <pc:sldMk cId="0" sldId="301"/>
            <ac:spMk id="110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1:26.799" v="817" actId="255"/>
          <ac:spMkLst>
            <pc:docMk/>
            <pc:sldMk cId="0" sldId="301"/>
            <ac:spMk id="11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0:04.723" v="806" actId="255"/>
          <ac:spMkLst>
            <pc:docMk/>
            <pc:sldMk cId="0" sldId="301"/>
            <ac:spMk id="116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0:41.642" v="812" actId="255"/>
          <ac:spMkLst>
            <pc:docMk/>
            <pc:sldMk cId="0" sldId="301"/>
            <ac:spMk id="118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1:33.585" v="818" actId="255"/>
          <ac:spMkLst>
            <pc:docMk/>
            <pc:sldMk cId="0" sldId="301"/>
            <ac:spMk id="120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0:09.694" v="807" actId="255"/>
          <ac:spMkLst>
            <pc:docMk/>
            <pc:sldMk cId="0" sldId="301"/>
            <ac:spMk id="124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0:47.690" v="813" actId="255"/>
          <ac:spMkLst>
            <pc:docMk/>
            <pc:sldMk cId="0" sldId="301"/>
            <ac:spMk id="126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21:38.401" v="819" actId="255"/>
          <ac:spMkLst>
            <pc:docMk/>
            <pc:sldMk cId="0" sldId="301"/>
            <ac:spMk id="12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7:51:32.273" v="316" actId="478"/>
          <ac:spMkLst>
            <pc:docMk/>
            <pc:sldMk cId="0" sldId="301"/>
            <ac:spMk id="130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7:51:37.866" v="318" actId="20577"/>
          <ac:spMkLst>
            <pc:docMk/>
            <pc:sldMk cId="0" sldId="301"/>
            <ac:spMk id="13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7:51:47.443" v="319" actId="20577"/>
          <ac:spMkLst>
            <pc:docMk/>
            <pc:sldMk cId="0" sldId="301"/>
            <ac:spMk id="134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7:51:55.818" v="320" actId="20577"/>
          <ac:spMkLst>
            <pc:docMk/>
            <pc:sldMk cId="0" sldId="301"/>
            <ac:spMk id="136" creationId="{00000000-0000-0000-0000-000000000000}"/>
          </ac:spMkLst>
        </pc:spChg>
      </pc:sldChg>
      <pc:sldChg chg="addSp delSp modSp mod">
        <pc:chgData name="RATNALU LILLY" userId="ae6ae6ff5024b3e7" providerId="LiveId" clId="{9357F58C-F33D-4E8A-8D95-BBB635AB12AC}" dt="2026-10-06T08:30:58.266" v="849" actId="2711"/>
        <pc:sldMkLst>
          <pc:docMk/>
          <pc:sldMk cId="0" sldId="302"/>
        </pc:sldMkLst>
        <pc:spChg chg="mod">
          <ac:chgData name="RATNALU LILLY" userId="ae6ae6ff5024b3e7" providerId="LiveId" clId="{9357F58C-F33D-4E8A-8D95-BBB635AB12AC}" dt="2026-10-06T08:09:45.922" v="744" actId="1076"/>
          <ac:spMkLst>
            <pc:docMk/>
            <pc:sldMk cId="0" sldId="302"/>
            <ac:spMk id="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1:45.870" v="760" actId="14100"/>
          <ac:spMkLst>
            <pc:docMk/>
            <pc:sldMk cId="0" sldId="302"/>
            <ac:spMk id="4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5:02.960" v="796" actId="255"/>
          <ac:spMkLst>
            <pc:docMk/>
            <pc:sldMk cId="0" sldId="302"/>
            <ac:spMk id="6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5:08.547" v="797" actId="255"/>
          <ac:spMkLst>
            <pc:docMk/>
            <pc:sldMk cId="0" sldId="302"/>
            <ac:spMk id="8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5:17.534" v="798" actId="255"/>
          <ac:spMkLst>
            <pc:docMk/>
            <pc:sldMk cId="0" sldId="302"/>
            <ac:spMk id="10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2:10.929" v="764" actId="1076"/>
          <ac:spMkLst>
            <pc:docMk/>
            <pc:sldMk cId="0" sldId="302"/>
            <ac:spMk id="1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3:11.989" v="770" actId="255"/>
          <ac:spMkLst>
            <pc:docMk/>
            <pc:sldMk cId="0" sldId="302"/>
            <ac:spMk id="14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2:43.839" v="766" actId="255"/>
          <ac:spMkLst>
            <pc:docMk/>
            <pc:sldMk cId="0" sldId="302"/>
            <ac:spMk id="16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3:43.219" v="790" actId="20577"/>
          <ac:spMkLst>
            <pc:docMk/>
            <pc:sldMk cId="0" sldId="302"/>
            <ac:spMk id="18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2:32.319" v="765" actId="14100"/>
          <ac:spMkLst>
            <pc:docMk/>
            <pc:sldMk cId="0" sldId="302"/>
            <ac:spMk id="20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3:17.362" v="771" actId="255"/>
          <ac:spMkLst>
            <pc:docMk/>
            <pc:sldMk cId="0" sldId="302"/>
            <ac:spMk id="2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2:50.167" v="767" actId="255"/>
          <ac:spMkLst>
            <pc:docMk/>
            <pc:sldMk cId="0" sldId="302"/>
            <ac:spMk id="24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3:50.054" v="791" actId="255"/>
          <ac:spMkLst>
            <pc:docMk/>
            <pc:sldMk cId="0" sldId="302"/>
            <ac:spMk id="26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1:11.370" v="754" actId="14100"/>
          <ac:spMkLst>
            <pc:docMk/>
            <pc:sldMk cId="0" sldId="302"/>
            <ac:spMk id="28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3:23.669" v="772" actId="255"/>
          <ac:spMkLst>
            <pc:docMk/>
            <pc:sldMk cId="0" sldId="302"/>
            <ac:spMk id="30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2:58.765" v="768" actId="255"/>
          <ac:spMkLst>
            <pc:docMk/>
            <pc:sldMk cId="0" sldId="302"/>
            <ac:spMk id="3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3:56.512" v="792" actId="255"/>
          <ac:spMkLst>
            <pc:docMk/>
            <pc:sldMk cId="0" sldId="302"/>
            <ac:spMk id="34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2:04.441" v="763" actId="1076"/>
          <ac:spMkLst>
            <pc:docMk/>
            <pc:sldMk cId="0" sldId="302"/>
            <ac:spMk id="36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3:28.701" v="773" actId="255"/>
          <ac:spMkLst>
            <pc:docMk/>
            <pc:sldMk cId="0" sldId="302"/>
            <ac:spMk id="38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3:04.684" v="769" actId="255"/>
          <ac:spMkLst>
            <pc:docMk/>
            <pc:sldMk cId="0" sldId="302"/>
            <ac:spMk id="40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30:58.266" v="849" actId="2711"/>
          <ac:spMkLst>
            <pc:docMk/>
            <pc:sldMk cId="0" sldId="302"/>
            <ac:spMk id="4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09:31.782" v="742" actId="478"/>
          <ac:spMkLst>
            <pc:docMk/>
            <pc:sldMk cId="0" sldId="302"/>
            <ac:spMk id="44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10:02.781" v="745" actId="478"/>
          <ac:spMkLst>
            <pc:docMk/>
            <pc:sldMk cId="0" sldId="302"/>
            <ac:spMk id="46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0:12.346" v="747" actId="20577"/>
          <ac:spMkLst>
            <pc:docMk/>
            <pc:sldMk cId="0" sldId="302"/>
            <ac:spMk id="48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0:15.658" v="748" actId="20577"/>
          <ac:spMkLst>
            <pc:docMk/>
            <pc:sldMk cId="0" sldId="302"/>
            <ac:spMk id="50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10:08.810" v="746" actId="478"/>
          <ac:spMkLst>
            <pc:docMk/>
            <pc:sldMk cId="0" sldId="302"/>
            <ac:spMk id="5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10:08.810" v="746" actId="478"/>
          <ac:spMkLst>
            <pc:docMk/>
            <pc:sldMk cId="0" sldId="302"/>
            <ac:spMk id="54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10:02.781" v="745" actId="478"/>
          <ac:spMkLst>
            <pc:docMk/>
            <pc:sldMk cId="0" sldId="302"/>
            <ac:spMk id="5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10:08.810" v="746" actId="478"/>
          <ac:spMkLst>
            <pc:docMk/>
            <pc:sldMk cId="0" sldId="302"/>
            <ac:spMk id="58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14:34.075" v="795" actId="255"/>
          <ac:spMkLst>
            <pc:docMk/>
            <pc:sldMk cId="0" sldId="302"/>
            <ac:spMk id="60" creationId="{00000000-0000-0000-0000-000000000000}"/>
          </ac:spMkLst>
        </pc:spChg>
        <pc:graphicFrameChg chg="add del mod modGraphic">
          <ac:chgData name="RATNALU LILLY" userId="ae6ae6ff5024b3e7" providerId="LiveId" clId="{9357F58C-F33D-4E8A-8D95-BBB635AB12AC}" dt="2026-10-06T08:05:27.261" v="512" actId="478"/>
          <ac:graphicFrameMkLst>
            <pc:docMk/>
            <pc:sldMk cId="0" sldId="302"/>
            <ac:graphicFrameMk id="3" creationId="{ED234601-1987-18B8-540A-F3680E621F18}"/>
          </ac:graphicFrameMkLst>
        </pc:graphicFrameChg>
        <pc:graphicFrameChg chg="add mod">
          <ac:chgData name="RATNALU LILLY" userId="ae6ae6ff5024b3e7" providerId="LiveId" clId="{9357F58C-F33D-4E8A-8D95-BBB635AB12AC}" dt="2026-10-06T08:08:44.359" v="686"/>
          <ac:graphicFrameMkLst>
            <pc:docMk/>
            <pc:sldMk cId="0" sldId="302"/>
            <ac:graphicFrameMk id="5" creationId="{DF7F6BCE-44B0-9736-EE80-30647AA31A3E}"/>
          </ac:graphicFrameMkLst>
        </pc:graphicFrameChg>
        <pc:graphicFrameChg chg="add mod">
          <ac:chgData name="RATNALU LILLY" userId="ae6ae6ff5024b3e7" providerId="LiveId" clId="{9357F58C-F33D-4E8A-8D95-BBB635AB12AC}" dt="2026-10-06T08:08:56.165" v="704"/>
          <ac:graphicFrameMkLst>
            <pc:docMk/>
            <pc:sldMk cId="0" sldId="302"/>
            <ac:graphicFrameMk id="7" creationId="{50DDE16A-F1D2-FE3B-E6F5-0D0F6EDA9A0C}"/>
          </ac:graphicFrameMkLst>
        </pc:graphicFrameChg>
      </pc:sldChg>
      <pc:sldChg chg="modSp mod">
        <pc:chgData name="RATNALU LILLY" userId="ae6ae6ff5024b3e7" providerId="LiveId" clId="{9357F58C-F33D-4E8A-8D95-BBB635AB12AC}" dt="2026-10-01T09:41:33.357" v="29" actId="255"/>
        <pc:sldMkLst>
          <pc:docMk/>
          <pc:sldMk cId="0" sldId="303"/>
        </pc:sldMkLst>
        <pc:spChg chg="mod">
          <ac:chgData name="RATNALU LILLY" userId="ae6ae6ff5024b3e7" providerId="LiveId" clId="{9357F58C-F33D-4E8A-8D95-BBB635AB12AC}" dt="2026-10-01T09:38:03.493" v="1"/>
          <ac:spMkLst>
            <pc:docMk/>
            <pc:sldMk cId="0" sldId="303"/>
            <ac:spMk id="10" creationId="{00000000-0000-0000-0000-000000000000}"/>
          </ac:spMkLst>
        </pc:spChg>
        <pc:spChg chg="mod">
          <ac:chgData name="RATNALU LILLY" userId="ae6ae6ff5024b3e7" providerId="LiveId" clId="{9357F58C-F33D-4E8A-8D95-BBB635AB12AC}" dt="2026-10-01T09:41:03.857" v="23" actId="255"/>
          <ac:spMkLst>
            <pc:docMk/>
            <pc:sldMk cId="0" sldId="303"/>
            <ac:spMk id="12" creationId="{00000000-0000-0000-0000-000000000000}"/>
          </ac:spMkLst>
        </pc:spChg>
        <pc:spChg chg="mod">
          <ac:chgData name="RATNALU LILLY" userId="ae6ae6ff5024b3e7" providerId="LiveId" clId="{9357F58C-F33D-4E8A-8D95-BBB635AB12AC}" dt="2026-10-01T09:38:33.840" v="3"/>
          <ac:spMkLst>
            <pc:docMk/>
            <pc:sldMk cId="0" sldId="303"/>
            <ac:spMk id="20" creationId="{00000000-0000-0000-0000-000000000000}"/>
          </ac:spMkLst>
        </pc:spChg>
        <pc:spChg chg="mod">
          <ac:chgData name="RATNALU LILLY" userId="ae6ae6ff5024b3e7" providerId="LiveId" clId="{9357F58C-F33D-4E8A-8D95-BBB635AB12AC}" dt="2026-10-01T09:41:15.285" v="25" actId="255"/>
          <ac:spMkLst>
            <pc:docMk/>
            <pc:sldMk cId="0" sldId="303"/>
            <ac:spMk id="22" creationId="{00000000-0000-0000-0000-000000000000}"/>
          </ac:spMkLst>
        </pc:spChg>
        <pc:spChg chg="mod">
          <ac:chgData name="RATNALU LILLY" userId="ae6ae6ff5024b3e7" providerId="LiveId" clId="{9357F58C-F33D-4E8A-8D95-BBB635AB12AC}" dt="2026-10-01T09:38:39.311" v="4" actId="1076"/>
          <ac:spMkLst>
            <pc:docMk/>
            <pc:sldMk cId="0" sldId="303"/>
            <ac:spMk id="24" creationId="{00000000-0000-0000-0000-000000000000}"/>
          </ac:spMkLst>
        </pc:spChg>
        <pc:spChg chg="mod">
          <ac:chgData name="RATNALU LILLY" userId="ae6ae6ff5024b3e7" providerId="LiveId" clId="{9357F58C-F33D-4E8A-8D95-BBB635AB12AC}" dt="2026-10-01T09:39:06.399" v="6"/>
          <ac:spMkLst>
            <pc:docMk/>
            <pc:sldMk cId="0" sldId="303"/>
            <ac:spMk id="30" creationId="{00000000-0000-0000-0000-000000000000}"/>
          </ac:spMkLst>
        </pc:spChg>
        <pc:spChg chg="mod">
          <ac:chgData name="RATNALU LILLY" userId="ae6ae6ff5024b3e7" providerId="LiveId" clId="{9357F58C-F33D-4E8A-8D95-BBB635AB12AC}" dt="2026-10-01T09:41:24.028" v="27" actId="255"/>
          <ac:spMkLst>
            <pc:docMk/>
            <pc:sldMk cId="0" sldId="303"/>
            <ac:spMk id="32" creationId="{00000000-0000-0000-0000-000000000000}"/>
          </ac:spMkLst>
        </pc:spChg>
        <pc:spChg chg="mod">
          <ac:chgData name="RATNALU LILLY" userId="ae6ae6ff5024b3e7" providerId="LiveId" clId="{9357F58C-F33D-4E8A-8D95-BBB635AB12AC}" dt="2026-10-01T09:39:15.230" v="8" actId="1076"/>
          <ac:spMkLst>
            <pc:docMk/>
            <pc:sldMk cId="0" sldId="303"/>
            <ac:spMk id="34" creationId="{00000000-0000-0000-0000-000000000000}"/>
          </ac:spMkLst>
        </pc:spChg>
        <pc:spChg chg="mod">
          <ac:chgData name="RATNALU LILLY" userId="ae6ae6ff5024b3e7" providerId="LiveId" clId="{9357F58C-F33D-4E8A-8D95-BBB635AB12AC}" dt="2026-10-01T09:39:29.693" v="10"/>
          <ac:spMkLst>
            <pc:docMk/>
            <pc:sldMk cId="0" sldId="303"/>
            <ac:spMk id="40" creationId="{00000000-0000-0000-0000-000000000000}"/>
          </ac:spMkLst>
        </pc:spChg>
        <pc:spChg chg="mod">
          <ac:chgData name="RATNALU LILLY" userId="ae6ae6ff5024b3e7" providerId="LiveId" clId="{9357F58C-F33D-4E8A-8D95-BBB635AB12AC}" dt="2026-10-01T09:41:33.357" v="29" actId="255"/>
          <ac:spMkLst>
            <pc:docMk/>
            <pc:sldMk cId="0" sldId="303"/>
            <ac:spMk id="42" creationId="{00000000-0000-0000-0000-000000000000}"/>
          </ac:spMkLst>
        </pc:spChg>
      </pc:sldChg>
      <pc:sldChg chg="addSp delSp modSp mod">
        <pc:chgData name="RATNALU LILLY" userId="ae6ae6ff5024b3e7" providerId="LiveId" clId="{9357F58C-F33D-4E8A-8D95-BBB635AB12AC}" dt="2026-10-06T08:38:32.695" v="900" actId="113"/>
        <pc:sldMkLst>
          <pc:docMk/>
          <pc:sldMk cId="0" sldId="304"/>
        </pc:sldMkLst>
        <pc:spChg chg="mod">
          <ac:chgData name="RATNALU LILLY" userId="ae6ae6ff5024b3e7" providerId="LiveId" clId="{9357F58C-F33D-4E8A-8D95-BBB635AB12AC}" dt="2026-10-06T08:38:32.695" v="900" actId="113"/>
          <ac:spMkLst>
            <pc:docMk/>
            <pc:sldMk cId="0" sldId="304"/>
            <ac:spMk id="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33:15.974" v="850"/>
          <ac:spMkLst>
            <pc:docMk/>
            <pc:sldMk cId="0" sldId="304"/>
            <ac:spMk id="4" creationId="{00000000-0000-0000-0000-000000000000}"/>
          </ac:spMkLst>
        </pc:spChg>
        <pc:spChg chg="add mod">
          <ac:chgData name="RATNALU LILLY" userId="ae6ae6ff5024b3e7" providerId="LiveId" clId="{9357F58C-F33D-4E8A-8D95-BBB635AB12AC}" dt="2026-10-06T08:36:54.634" v="896" actId="113"/>
          <ac:spMkLst>
            <pc:docMk/>
            <pc:sldMk cId="0" sldId="304"/>
            <ac:spMk id="5" creationId="{D3C4F049-533F-27EF-A973-B08799FC0365}"/>
          </ac:spMkLst>
        </pc:spChg>
        <pc:spChg chg="mod">
          <ac:chgData name="RATNALU LILLY" userId="ae6ae6ff5024b3e7" providerId="LiveId" clId="{9357F58C-F33D-4E8A-8D95-BBB635AB12AC}" dt="2026-10-06T08:35:10.407" v="860" actId="20577"/>
          <ac:spMkLst>
            <pc:docMk/>
            <pc:sldMk cId="0" sldId="304"/>
            <ac:spMk id="6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5:21.529" v="862" actId="478"/>
          <ac:spMkLst>
            <pc:docMk/>
            <pc:sldMk cId="0" sldId="304"/>
            <ac:spMk id="8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5:40.352" v="870" actId="478"/>
          <ac:spMkLst>
            <pc:docMk/>
            <pc:sldMk cId="0" sldId="304"/>
            <ac:spMk id="10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5:23.835" v="863" actId="478"/>
          <ac:spMkLst>
            <pc:docMk/>
            <pc:sldMk cId="0" sldId="304"/>
            <ac:spMk id="12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6:00.126" v="876" actId="478"/>
          <ac:spMkLst>
            <pc:docMk/>
            <pc:sldMk cId="0" sldId="304"/>
            <ac:spMk id="14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5:25.804" v="864" actId="478"/>
          <ac:spMkLst>
            <pc:docMk/>
            <pc:sldMk cId="0" sldId="304"/>
            <ac:spMk id="16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5:27.822" v="865" actId="478"/>
          <ac:spMkLst>
            <pc:docMk/>
            <pc:sldMk cId="0" sldId="304"/>
            <ac:spMk id="20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5:48.964" v="873" actId="478"/>
          <ac:spMkLst>
            <pc:docMk/>
            <pc:sldMk cId="0" sldId="304"/>
            <ac:spMk id="2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5:31.925" v="867" actId="478"/>
          <ac:spMkLst>
            <pc:docMk/>
            <pc:sldMk cId="0" sldId="304"/>
            <ac:spMk id="24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5:55.242" v="874" actId="478"/>
          <ac:spMkLst>
            <pc:docMk/>
            <pc:sldMk cId="0" sldId="304"/>
            <ac:spMk id="2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5:34.103" v="868" actId="478"/>
          <ac:spMkLst>
            <pc:docMk/>
            <pc:sldMk cId="0" sldId="304"/>
            <ac:spMk id="2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5:55.242" v="874" actId="478"/>
          <ac:spMkLst>
            <pc:docMk/>
            <pc:sldMk cId="0" sldId="304"/>
            <ac:spMk id="30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6:04.065" v="877" actId="478"/>
          <ac:spMkLst>
            <pc:docMk/>
            <pc:sldMk cId="0" sldId="304"/>
            <ac:spMk id="3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6:04.065" v="877" actId="478"/>
          <ac:spMkLst>
            <pc:docMk/>
            <pc:sldMk cId="0" sldId="304"/>
            <ac:spMk id="34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5:29.966" v="866" actId="478"/>
          <ac:spMkLst>
            <pc:docMk/>
            <pc:sldMk cId="0" sldId="304"/>
            <ac:spMk id="3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5:55.242" v="874" actId="478"/>
          <ac:spMkLst>
            <pc:docMk/>
            <pc:sldMk cId="0" sldId="304"/>
            <ac:spMk id="38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5:55.242" v="874" actId="478"/>
          <ac:spMkLst>
            <pc:docMk/>
            <pc:sldMk cId="0" sldId="304"/>
            <ac:spMk id="4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5:36.244" v="869" actId="478"/>
          <ac:spMkLst>
            <pc:docMk/>
            <pc:sldMk cId="0" sldId="304"/>
            <ac:spMk id="44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6:04.065" v="877" actId="478"/>
          <ac:spMkLst>
            <pc:docMk/>
            <pc:sldMk cId="0" sldId="304"/>
            <ac:spMk id="4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5:55.242" v="874" actId="478"/>
          <ac:spMkLst>
            <pc:docMk/>
            <pc:sldMk cId="0" sldId="304"/>
            <ac:spMk id="48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5:55.242" v="874" actId="478"/>
          <ac:spMkLst>
            <pc:docMk/>
            <pc:sldMk cId="0" sldId="304"/>
            <ac:spMk id="52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6:04.065" v="877" actId="478"/>
          <ac:spMkLst>
            <pc:docMk/>
            <pc:sldMk cId="0" sldId="304"/>
            <ac:spMk id="5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6:04.065" v="877" actId="478"/>
          <ac:spMkLst>
            <pc:docMk/>
            <pc:sldMk cId="0" sldId="304"/>
            <ac:spMk id="5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5:55.242" v="874" actId="478"/>
          <ac:spMkLst>
            <pc:docMk/>
            <pc:sldMk cId="0" sldId="304"/>
            <ac:spMk id="60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35:55.242" v="874" actId="478"/>
          <ac:spMkLst>
            <pc:docMk/>
            <pc:sldMk cId="0" sldId="304"/>
            <ac:spMk id="6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6:04.065" v="877" actId="478"/>
          <ac:spMkLst>
            <pc:docMk/>
            <pc:sldMk cId="0" sldId="304"/>
            <ac:spMk id="6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6:04.065" v="877" actId="478"/>
          <ac:spMkLst>
            <pc:docMk/>
            <pc:sldMk cId="0" sldId="304"/>
            <ac:spMk id="70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5:55.242" v="874" actId="478"/>
          <ac:spMkLst>
            <pc:docMk/>
            <pc:sldMk cId="0" sldId="304"/>
            <ac:spMk id="7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5:55.242" v="874" actId="478"/>
          <ac:spMkLst>
            <pc:docMk/>
            <pc:sldMk cId="0" sldId="304"/>
            <ac:spMk id="7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6:04.065" v="877" actId="478"/>
          <ac:spMkLst>
            <pc:docMk/>
            <pc:sldMk cId="0" sldId="304"/>
            <ac:spMk id="80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36:04.065" v="877" actId="478"/>
          <ac:spMkLst>
            <pc:docMk/>
            <pc:sldMk cId="0" sldId="304"/>
            <ac:spMk id="82" creationId="{00000000-0000-0000-0000-000000000000}"/>
          </ac:spMkLst>
        </pc:spChg>
        <pc:graphicFrameChg chg="add mod modGraphic">
          <ac:chgData name="RATNALU LILLY" userId="ae6ae6ff5024b3e7" providerId="LiveId" clId="{9357F58C-F33D-4E8A-8D95-BBB635AB12AC}" dt="2026-10-06T08:37:18.056" v="897" actId="207"/>
          <ac:graphicFrameMkLst>
            <pc:docMk/>
            <pc:sldMk cId="0" sldId="304"/>
            <ac:graphicFrameMk id="3" creationId="{37E47648-C402-31E3-956A-111A9E110366}"/>
          </ac:graphicFrameMkLst>
        </pc:graphicFrameChg>
      </pc:sldChg>
      <pc:sldChg chg="addSp delSp modSp mod">
        <pc:chgData name="RATNALU LILLY" userId="ae6ae6ff5024b3e7" providerId="LiveId" clId="{9357F58C-F33D-4E8A-8D95-BBB635AB12AC}" dt="2026-10-06T08:43:06.841" v="951" actId="14100"/>
        <pc:sldMkLst>
          <pc:docMk/>
          <pc:sldMk cId="0" sldId="305"/>
        </pc:sldMkLst>
        <pc:spChg chg="mod">
          <ac:chgData name="RATNALU LILLY" userId="ae6ae6ff5024b3e7" providerId="LiveId" clId="{9357F58C-F33D-4E8A-8D95-BBB635AB12AC}" dt="2026-10-06T08:40:43.950" v="914" actId="207"/>
          <ac:spMkLst>
            <pc:docMk/>
            <pc:sldMk cId="0" sldId="305"/>
            <ac:spMk id="2" creationId="{00000000-0000-0000-0000-000000000000}"/>
          </ac:spMkLst>
        </pc:spChg>
        <pc:spChg chg="add mod">
          <ac:chgData name="RATNALU LILLY" userId="ae6ae6ff5024b3e7" providerId="LiveId" clId="{9357F58C-F33D-4E8A-8D95-BBB635AB12AC}" dt="2026-10-06T08:43:06.841" v="951" actId="14100"/>
          <ac:spMkLst>
            <pc:docMk/>
            <pc:sldMk cId="0" sldId="305"/>
            <ac:spMk id="3" creationId="{F12D5451-5709-71D4-7D36-006479978DB2}"/>
          </ac:spMkLst>
        </pc:spChg>
        <pc:spChg chg="mod">
          <ac:chgData name="RATNALU LILLY" userId="ae6ae6ff5024b3e7" providerId="LiveId" clId="{9357F58C-F33D-4E8A-8D95-BBB635AB12AC}" dt="2026-10-06T08:39:36.658" v="901"/>
          <ac:spMkLst>
            <pc:docMk/>
            <pc:sldMk cId="0" sldId="305"/>
            <ac:spMk id="6" creationId="{00000000-0000-0000-0000-000000000000}"/>
          </ac:spMkLst>
        </pc:spChg>
        <pc:spChg chg="del mod">
          <ac:chgData name="RATNALU LILLY" userId="ae6ae6ff5024b3e7" providerId="LiveId" clId="{9357F58C-F33D-4E8A-8D95-BBB635AB12AC}" dt="2026-10-06T08:41:22.868" v="923" actId="478"/>
          <ac:spMkLst>
            <pc:docMk/>
            <pc:sldMk cId="0" sldId="305"/>
            <ac:spMk id="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0:52.388" v="915" actId="478"/>
          <ac:spMkLst>
            <pc:docMk/>
            <pc:sldMk cId="0" sldId="305"/>
            <ac:spMk id="10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41:13.859" v="921" actId="1076"/>
          <ac:spMkLst>
            <pc:docMk/>
            <pc:sldMk cId="0" sldId="305"/>
            <ac:spMk id="1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04.848" v="920" actId="478"/>
          <ac:spMkLst>
            <pc:docMk/>
            <pc:sldMk cId="0" sldId="305"/>
            <ac:spMk id="14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0:54.286" v="916" actId="478"/>
          <ac:spMkLst>
            <pc:docMk/>
            <pc:sldMk cId="0" sldId="305"/>
            <ac:spMk id="1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0:58.141" v="917" actId="478"/>
          <ac:spMkLst>
            <pc:docMk/>
            <pc:sldMk cId="0" sldId="305"/>
            <ac:spMk id="1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00.292" v="918" actId="478"/>
          <ac:spMkLst>
            <pc:docMk/>
            <pc:sldMk cId="0" sldId="305"/>
            <ac:spMk id="2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41:35.228" v="926" actId="1076"/>
          <ac:spMkLst>
            <pc:docMk/>
            <pc:sldMk cId="0" sldId="305"/>
            <ac:spMk id="24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02.265" v="919" actId="478"/>
          <ac:spMkLst>
            <pc:docMk/>
            <pc:sldMk cId="0" sldId="305"/>
            <ac:spMk id="2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40.405" v="927" actId="478"/>
          <ac:spMkLst>
            <pc:docMk/>
            <pc:sldMk cId="0" sldId="305"/>
            <ac:spMk id="2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32.639" v="925" actId="478"/>
          <ac:spMkLst>
            <pc:docMk/>
            <pc:sldMk cId="0" sldId="305"/>
            <ac:spMk id="30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32.639" v="925" actId="478"/>
          <ac:spMkLst>
            <pc:docMk/>
            <pc:sldMk cId="0" sldId="305"/>
            <ac:spMk id="3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28.273" v="924" actId="478"/>
          <ac:spMkLst>
            <pc:docMk/>
            <pc:sldMk cId="0" sldId="305"/>
            <ac:spMk id="3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28.273" v="924" actId="478"/>
          <ac:spMkLst>
            <pc:docMk/>
            <pc:sldMk cId="0" sldId="305"/>
            <ac:spMk id="40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40.405" v="927" actId="478"/>
          <ac:spMkLst>
            <pc:docMk/>
            <pc:sldMk cId="0" sldId="305"/>
            <ac:spMk id="4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40.405" v="927" actId="478"/>
          <ac:spMkLst>
            <pc:docMk/>
            <pc:sldMk cId="0" sldId="305"/>
            <ac:spMk id="4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32.639" v="925" actId="478"/>
          <ac:spMkLst>
            <pc:docMk/>
            <pc:sldMk cId="0" sldId="305"/>
            <ac:spMk id="50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32.639" v="925" actId="478"/>
          <ac:spMkLst>
            <pc:docMk/>
            <pc:sldMk cId="0" sldId="305"/>
            <ac:spMk id="5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28.273" v="924" actId="478"/>
          <ac:spMkLst>
            <pc:docMk/>
            <pc:sldMk cId="0" sldId="305"/>
            <ac:spMk id="60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28.273" v="924" actId="478"/>
          <ac:spMkLst>
            <pc:docMk/>
            <pc:sldMk cId="0" sldId="305"/>
            <ac:spMk id="6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40.405" v="927" actId="478"/>
          <ac:spMkLst>
            <pc:docMk/>
            <pc:sldMk cId="0" sldId="305"/>
            <ac:spMk id="6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40.405" v="927" actId="478"/>
          <ac:spMkLst>
            <pc:docMk/>
            <pc:sldMk cId="0" sldId="305"/>
            <ac:spMk id="6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32.639" v="925" actId="478"/>
          <ac:spMkLst>
            <pc:docMk/>
            <pc:sldMk cId="0" sldId="305"/>
            <ac:spMk id="70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32.639" v="925" actId="478"/>
          <ac:spMkLst>
            <pc:docMk/>
            <pc:sldMk cId="0" sldId="305"/>
            <ac:spMk id="7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28.273" v="924" actId="478"/>
          <ac:spMkLst>
            <pc:docMk/>
            <pc:sldMk cId="0" sldId="305"/>
            <ac:spMk id="7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28.273" v="924" actId="478"/>
          <ac:spMkLst>
            <pc:docMk/>
            <pc:sldMk cId="0" sldId="305"/>
            <ac:spMk id="80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28.273" v="924" actId="478"/>
          <ac:spMkLst>
            <pc:docMk/>
            <pc:sldMk cId="0" sldId="305"/>
            <ac:spMk id="8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40.405" v="927" actId="478"/>
          <ac:spMkLst>
            <pc:docMk/>
            <pc:sldMk cId="0" sldId="305"/>
            <ac:spMk id="8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40.405" v="927" actId="478"/>
          <ac:spMkLst>
            <pc:docMk/>
            <pc:sldMk cId="0" sldId="305"/>
            <ac:spMk id="8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32.639" v="925" actId="478"/>
          <ac:spMkLst>
            <pc:docMk/>
            <pc:sldMk cId="0" sldId="305"/>
            <ac:spMk id="90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32.639" v="925" actId="478"/>
          <ac:spMkLst>
            <pc:docMk/>
            <pc:sldMk cId="0" sldId="305"/>
            <ac:spMk id="9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28.273" v="924" actId="478"/>
          <ac:spMkLst>
            <pc:docMk/>
            <pc:sldMk cId="0" sldId="305"/>
            <ac:spMk id="94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28.273" v="924" actId="478"/>
          <ac:spMkLst>
            <pc:docMk/>
            <pc:sldMk cId="0" sldId="305"/>
            <ac:spMk id="9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28.273" v="924" actId="478"/>
          <ac:spMkLst>
            <pc:docMk/>
            <pc:sldMk cId="0" sldId="305"/>
            <ac:spMk id="10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40.405" v="927" actId="478"/>
          <ac:spMkLst>
            <pc:docMk/>
            <pc:sldMk cId="0" sldId="305"/>
            <ac:spMk id="10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1:40.405" v="927" actId="478"/>
          <ac:spMkLst>
            <pc:docMk/>
            <pc:sldMk cId="0" sldId="305"/>
            <ac:spMk id="108" creationId="{00000000-0000-0000-0000-000000000000}"/>
          </ac:spMkLst>
        </pc:spChg>
        <pc:graphicFrameChg chg="add mod modGraphic">
          <ac:chgData name="RATNALU LILLY" userId="ae6ae6ff5024b3e7" providerId="LiveId" clId="{9357F58C-F33D-4E8A-8D95-BBB635AB12AC}" dt="2026-10-06T08:42:35.610" v="946" actId="14100"/>
          <ac:graphicFrameMkLst>
            <pc:docMk/>
            <pc:sldMk cId="0" sldId="305"/>
            <ac:graphicFrameMk id="5" creationId="{9680ADF0-AFF8-8F58-E542-511D3BBD3D84}"/>
          </ac:graphicFrameMkLst>
        </pc:graphicFrameChg>
      </pc:sldChg>
      <pc:sldChg chg="addSp delSp modSp mod">
        <pc:chgData name="RATNALU LILLY" userId="ae6ae6ff5024b3e7" providerId="LiveId" clId="{9357F58C-F33D-4E8A-8D95-BBB635AB12AC}" dt="2026-10-06T08:46:32.547" v="980" actId="14100"/>
        <pc:sldMkLst>
          <pc:docMk/>
          <pc:sldMk cId="0" sldId="306"/>
        </pc:sldMkLst>
        <pc:spChg chg="mod">
          <ac:chgData name="RATNALU LILLY" userId="ae6ae6ff5024b3e7" providerId="LiveId" clId="{9357F58C-F33D-4E8A-8D95-BBB635AB12AC}" dt="2026-10-06T08:45:02.698" v="956" actId="14100"/>
          <ac:spMkLst>
            <pc:docMk/>
            <pc:sldMk cId="0" sldId="306"/>
            <ac:spMk id="4" creationId="{00000000-0000-0000-0000-000000000000}"/>
          </ac:spMkLst>
        </pc:spChg>
        <pc:spChg chg="add mod">
          <ac:chgData name="RATNALU LILLY" userId="ae6ae6ff5024b3e7" providerId="LiveId" clId="{9357F58C-F33D-4E8A-8D95-BBB635AB12AC}" dt="2026-10-06T08:46:32.547" v="980" actId="14100"/>
          <ac:spMkLst>
            <pc:docMk/>
            <pc:sldMk cId="0" sldId="306"/>
            <ac:spMk id="5" creationId="{755DDD47-69A4-0837-64BA-19E6A860FCC7}"/>
          </ac:spMkLst>
        </pc:spChg>
        <pc:spChg chg="mod">
          <ac:chgData name="RATNALU LILLY" userId="ae6ae6ff5024b3e7" providerId="LiveId" clId="{9357F58C-F33D-4E8A-8D95-BBB635AB12AC}" dt="2026-10-06T08:45:38.264" v="962" actId="14100"/>
          <ac:spMkLst>
            <pc:docMk/>
            <pc:sldMk cId="0" sldId="306"/>
            <ac:spMk id="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5:12.688" v="957" actId="478"/>
          <ac:spMkLst>
            <pc:docMk/>
            <pc:sldMk cId="0" sldId="306"/>
            <ac:spMk id="120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5:12.688" v="957" actId="478"/>
          <ac:spMkLst>
            <pc:docMk/>
            <pc:sldMk cId="0" sldId="306"/>
            <ac:spMk id="124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5:12.688" v="957" actId="478"/>
          <ac:spMkLst>
            <pc:docMk/>
            <pc:sldMk cId="0" sldId="306"/>
            <ac:spMk id="13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5:12.688" v="957" actId="478"/>
          <ac:spMkLst>
            <pc:docMk/>
            <pc:sldMk cId="0" sldId="306"/>
            <ac:spMk id="168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5:12.688" v="957" actId="478"/>
          <ac:spMkLst>
            <pc:docMk/>
            <pc:sldMk cId="0" sldId="306"/>
            <ac:spMk id="172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5:12.688" v="957" actId="478"/>
          <ac:spMkLst>
            <pc:docMk/>
            <pc:sldMk cId="0" sldId="306"/>
            <ac:spMk id="174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5:12.688" v="957" actId="478"/>
          <ac:spMkLst>
            <pc:docMk/>
            <pc:sldMk cId="0" sldId="306"/>
            <ac:spMk id="17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5:12.688" v="957" actId="478"/>
          <ac:spMkLst>
            <pc:docMk/>
            <pc:sldMk cId="0" sldId="306"/>
            <ac:spMk id="18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5:12.688" v="957" actId="478"/>
          <ac:spMkLst>
            <pc:docMk/>
            <pc:sldMk cId="0" sldId="306"/>
            <ac:spMk id="196" creationId="{00000000-0000-0000-0000-000000000000}"/>
          </ac:spMkLst>
        </pc:spChg>
        <pc:spChg chg="del">
          <ac:chgData name="RATNALU LILLY" userId="ae6ae6ff5024b3e7" providerId="LiveId" clId="{9357F58C-F33D-4E8A-8D95-BBB635AB12AC}" dt="2026-10-06T08:45:12.688" v="957" actId="478"/>
          <ac:spMkLst>
            <pc:docMk/>
            <pc:sldMk cId="0" sldId="306"/>
            <ac:spMk id="212" creationId="{00000000-0000-0000-0000-000000000000}"/>
          </ac:spMkLst>
        </pc:spChg>
        <pc:graphicFrameChg chg="add mod modGraphic">
          <ac:chgData name="RATNALU LILLY" userId="ae6ae6ff5024b3e7" providerId="LiveId" clId="{9357F58C-F33D-4E8A-8D95-BBB635AB12AC}" dt="2026-10-06T08:45:33.105" v="961" actId="14100"/>
          <ac:graphicFrameMkLst>
            <pc:docMk/>
            <pc:sldMk cId="0" sldId="306"/>
            <ac:graphicFrameMk id="3" creationId="{3FD53365-8FF0-D891-093E-620DC69E0B60}"/>
          </ac:graphicFrameMkLst>
        </pc:graphicFrameChg>
      </pc:sldChg>
      <pc:sldChg chg="modSp">
        <pc:chgData name="RATNALU LILLY" userId="ae6ae6ff5024b3e7" providerId="LiveId" clId="{9357F58C-F33D-4E8A-8D95-BBB635AB12AC}" dt="2026-10-06T08:49:43.132" v="986"/>
        <pc:sldMkLst>
          <pc:docMk/>
          <pc:sldMk cId="0" sldId="307"/>
        </pc:sldMkLst>
        <pc:spChg chg="mod">
          <ac:chgData name="RATNALU LILLY" userId="ae6ae6ff5024b3e7" providerId="LiveId" clId="{9357F58C-F33D-4E8A-8D95-BBB635AB12AC}" dt="2026-10-06T08:48:32.501" v="982"/>
          <ac:spMkLst>
            <pc:docMk/>
            <pc:sldMk cId="0" sldId="307"/>
            <ac:spMk id="12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49:04.011" v="984"/>
          <ac:spMkLst>
            <pc:docMk/>
            <pc:sldMk cId="0" sldId="307"/>
            <ac:spMk id="14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48:46.314" v="983"/>
          <ac:spMkLst>
            <pc:docMk/>
            <pc:sldMk cId="0" sldId="307"/>
            <ac:spMk id="24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49:25.909" v="985"/>
          <ac:spMkLst>
            <pc:docMk/>
            <pc:sldMk cId="0" sldId="307"/>
            <ac:spMk id="26" creationId="{00000000-0000-0000-0000-000000000000}"/>
          </ac:spMkLst>
        </pc:spChg>
        <pc:spChg chg="mod">
          <ac:chgData name="RATNALU LILLY" userId="ae6ae6ff5024b3e7" providerId="LiveId" clId="{9357F58C-F33D-4E8A-8D95-BBB635AB12AC}" dt="2026-10-06T08:49:43.132" v="986"/>
          <ac:spMkLst>
            <pc:docMk/>
            <pc:sldMk cId="0" sldId="307"/>
            <ac:spMk id="28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6T08:28:59.56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6T08:29:11.15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6T08:29:16.38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6T08:29:17.439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6T08:29:17.66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6T08:29:18.65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6T08:29:19.13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10837 0,'-168'13,"93"-5,-143 15,-84 11,-87 19,-87 23,-84 15,-67 7,-2817 425,2811-431,47-18,49-13,45-10,55-13,57-13,59-11,-130-5,4-39,427 27,1 0,-1-2,0 0,1-1,-36-18,45 19,1 0,0-1,0 0,1-1,0 1,0-2,0 1,1-1,0 0,1-1,0 0,-10-18,-2-24,7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" name="Google Shape;18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body" idx="1"/>
          </p:nvPr>
        </p:nvSpPr>
        <p:spPr>
          <a:xfrm>
            <a:off x="869085" y="1561876"/>
            <a:ext cx="10515600" cy="4531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dt" idx="10"/>
          </p:nvPr>
        </p:nvSpPr>
        <p:spPr>
          <a:xfrm>
            <a:off x="695400" y="6278770"/>
            <a:ext cx="1656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ftr" idx="11"/>
          </p:nvPr>
        </p:nvSpPr>
        <p:spPr>
          <a:xfrm>
            <a:off x="2567608" y="6278771"/>
            <a:ext cx="69127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" name="Google Shape;23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5.png"/><Relationship Id="rId4" Type="http://schemas.openxmlformats.org/officeDocument/2006/relationships/tags" Target="../tags/tag4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image" Target="../media/image6.png"/><Relationship Id="rId2" Type="http://schemas.openxmlformats.org/officeDocument/2006/relationships/tags" Target="../tags/tag14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tags" Target="../tags/tag27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20.png"/><Relationship Id="rId7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22.png"/><Relationship Id="rId5" Type="http://schemas.openxmlformats.org/officeDocument/2006/relationships/customXml" Target="../ink/ink3.xml"/><Relationship Id="rId10" Type="http://schemas.openxmlformats.org/officeDocument/2006/relationships/image" Target="../media/image21.png"/><Relationship Id="rId4" Type="http://schemas.openxmlformats.org/officeDocument/2006/relationships/customXml" Target="../ink/ink2.xml"/><Relationship Id="rId9" Type="http://schemas.openxmlformats.org/officeDocument/2006/relationships/customXml" Target="../ink/ink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rgbClr val="00B05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3474721" y="538481"/>
            <a:ext cx="5182492" cy="146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lnSpc>
                <a:spcPct val="90000"/>
              </a:lnSpc>
            </a:pP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DBMS Project Review-2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65970" y="3453831"/>
            <a:ext cx="5313719" cy="295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Presented by: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B11AI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646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 Muni Kiran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-  AIML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B11AI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A16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 Lilly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-  AIML</a:t>
            </a:r>
            <a:b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sz="1800" dirty="0">
                <a:sym typeface="+mn-ea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171450">
              <a:lnSpc>
                <a:spcPct val="150000"/>
              </a:lnSpc>
              <a:buClr>
                <a:schemeClr val="dk1"/>
              </a:buClr>
              <a:buSzPts val="1800"/>
            </a:pPr>
            <a:endParaRPr lang="en-US" sz="1600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747694" y="1743107"/>
            <a:ext cx="10696612" cy="98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Recycling Management System</a:t>
            </a:r>
            <a:endParaRPr lang="en-US" sz="3000" b="1" i="0" u="none" strike="noStrike" cap="none" dirty="0">
              <a:solidFill>
                <a:srgbClr val="00B05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3633735" y="5103714"/>
            <a:ext cx="3795464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Under esteemed guidance of: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Mr. D .Priyanth  </a:t>
            </a:r>
          </a:p>
          <a:p>
            <a:pPr algn="ctr"/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Assistant Professor (AIML) </a:t>
            </a:r>
          </a:p>
          <a:p>
            <a:pPr lvl="0"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3048719" y="3084499"/>
            <a:ext cx="6094562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55A1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TEAM NUMBER:15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3746" y="3849817"/>
            <a:ext cx="6094562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25B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1AI0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53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Jahnavi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-  AIML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25B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1AI0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35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Mokshita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-  AIML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22555" y="1150702"/>
            <a:ext cx="10515600" cy="81984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022555" y="1600686"/>
            <a:ext cx="562405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and advantages of E-R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and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E-R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E-R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The Relational Model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and Foreign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Queries and CRUD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57200" y="1064260"/>
            <a:ext cx="11090275" cy="5438140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2400" b="1" u="sng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Introduction</a:t>
            </a:r>
          </a:p>
          <a:p>
            <a:pPr marL="11430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26415" y="2188845"/>
            <a:ext cx="3567430" cy="3550285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endParaRPr lang="en-US" altLang="en-GB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GB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Collection &amp; Tracking</a:t>
            </a:r>
          </a:p>
          <a:p>
            <a:pPr algn="ctr"/>
            <a:endParaRPr lang="en-US" altLang="en-GB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schedules and monitors recyclable material pickups from households, offices, and industries, ensuring timely and organized collection.</a:t>
            </a:r>
          </a:p>
        </p:txBody>
      </p:sp>
      <p:sp>
        <p:nvSpPr>
          <p:cNvPr id="24" name="Rectangle 23"/>
          <p:cNvSpPr/>
          <p:nvPr>
            <p:custDataLst>
              <p:tags r:id="rId1"/>
            </p:custDataLst>
          </p:nvPr>
        </p:nvSpPr>
        <p:spPr>
          <a:xfrm>
            <a:off x="8204835" y="2188845"/>
            <a:ext cx="3567430" cy="3550285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r>
              <a:rPr lang="en-US" altLang="en-GB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 &amp; Reporting</a:t>
            </a:r>
          </a:p>
          <a:p>
            <a:pPr algn="ctr"/>
            <a:endParaRPr lang="en-US" alt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MySQL/PostgreSQL backend stores structured records of contributors, recycling centers, and processed quantities, while dashboards generate reports on recycling rates and environmental impact.</a:t>
            </a:r>
          </a:p>
        </p:txBody>
      </p:sp>
      <p:sp>
        <p:nvSpPr>
          <p:cNvPr id="26" name="Rectangle 25"/>
          <p:cNvSpPr/>
          <p:nvPr>
            <p:custDataLst>
              <p:tags r:id="rId2"/>
            </p:custDataLst>
          </p:nvPr>
        </p:nvSpPr>
        <p:spPr>
          <a:xfrm>
            <a:off x="4312285" y="2188845"/>
            <a:ext cx="3567430" cy="3550285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>
              <a:lnSpc>
                <a:spcPct val="0"/>
              </a:lnSpc>
            </a:pPr>
            <a:r>
              <a:rPr lang="en-US" altLang="en-GB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Sorting &amp; Processing</a:t>
            </a:r>
          </a:p>
          <a:p>
            <a:pPr algn="ctr"/>
            <a:endParaRPr lang="en-US" altLang="en-GB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like plastic, paper, glass, metal, and e‑waste are categorized and processed automatically, reducing manual effort and improving accuracy.</a:t>
            </a:r>
          </a:p>
        </p:txBody>
      </p:sp>
      <p:sp>
        <p:nvSpPr>
          <p:cNvPr id="29" name="Rectangle: Rounded Corners 28"/>
          <p:cNvSpPr/>
          <p:nvPr>
            <p:custDataLst>
              <p:tags r:id="rId3"/>
            </p:custDataLst>
          </p:nvPr>
        </p:nvSpPr>
        <p:spPr>
          <a:xfrm>
            <a:off x="8438359" y="2295333"/>
            <a:ext cx="687600" cy="687600"/>
          </a:xfrm>
          <a:prstGeom prst="roundRect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/>
          <p:cNvSpPr/>
          <p:nvPr>
            <p:custDataLst>
              <p:tags r:id="rId4"/>
            </p:custDataLst>
          </p:nvPr>
        </p:nvSpPr>
        <p:spPr>
          <a:xfrm>
            <a:off x="4469426" y="2352509"/>
            <a:ext cx="687600" cy="687600"/>
          </a:xfrm>
          <a:prstGeom prst="roundRect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3" name="Image 2" descr="clr_bolt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621202" y="2504285"/>
            <a:ext cx="384048" cy="384048"/>
          </a:xfrm>
          <a:prstGeom prst="rect">
            <a:avLst/>
          </a:prstGeom>
        </p:spPr>
      </p:pic>
      <p:pic>
        <p:nvPicPr>
          <p:cNvPr id="45" name="Image 3" descr="clr_cube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590135" y="2447109"/>
            <a:ext cx="384048" cy="384048"/>
          </a:xfrm>
          <a:prstGeom prst="rect">
            <a:avLst/>
          </a:prstGeom>
        </p:spPr>
      </p:pic>
      <p:sp>
        <p:nvSpPr>
          <p:cNvPr id="4" name="Rectangle: Rounded Corners 3"/>
          <p:cNvSpPr/>
          <p:nvPr/>
        </p:nvSpPr>
        <p:spPr>
          <a:xfrm>
            <a:off x="719781" y="2352509"/>
            <a:ext cx="687600" cy="687600"/>
          </a:xfrm>
          <a:prstGeom prst="roundRect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Image 1" descr="clr_datab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557" y="2504285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6982" y="1033556"/>
            <a:ext cx="12095018" cy="5702910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2400" b="1" u="sng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Problem Statement</a:t>
            </a:r>
            <a:endParaRPr lang="en-US" sz="2400" u="sng" dirty="0"/>
          </a:p>
          <a:p>
            <a:pPr marL="114300" indent="0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692728" y="1870364"/>
            <a:ext cx="11062800" cy="13248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Manual screening is time-consuming</a:t>
            </a: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34" charset="-120"/>
            </a:endParaRPr>
          </a:p>
          <a:p>
            <a:pPr algn="ctr"/>
            <a:r>
              <a:rPr lang="en-US" sz="18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      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Sorting and tracking recyclable materials by hand is slow, error‑prone, and cannot scale as </a:t>
            </a:r>
          </a:p>
          <a:p>
            <a:pPr algn="ctr"/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volumes increase.</a:t>
            </a:r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692728" y="3347915"/>
            <a:ext cx="11062800" cy="13248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 redundancy and inconsistency</a:t>
            </a: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34" charset="-120"/>
            </a:endParaRPr>
          </a:p>
          <a:p>
            <a:pPr algn="ctr"/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Recordsof collected materials are scattered across spreadsheets or paper logs, leading to </a:t>
            </a:r>
          </a:p>
          <a:p>
            <a:pPr algn="ctr"/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mismatched, outdated, or missing information.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>
            <p:custDataLst>
              <p:tags r:id="rId3"/>
            </p:custDataLst>
          </p:nvPr>
        </p:nvSpPr>
        <p:spPr>
          <a:xfrm>
            <a:off x="692785" y="4825365"/>
            <a:ext cx="11062970" cy="151257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Difficult to generate reports</a:t>
            </a: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34" charset="-120"/>
            </a:endParaRPr>
          </a:p>
          <a:p>
            <a:pPr algn="ctr"/>
            <a:r>
              <a:rPr lang="en-US" sz="18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           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Generating reports on recycling rates, environmental benefits, and processed quantities is time‑consuming without a structured database system.</a:t>
            </a:r>
          </a:p>
        </p:txBody>
      </p:sp>
      <p:sp>
        <p:nvSpPr>
          <p:cNvPr id="8" name="Oval 7"/>
          <p:cNvSpPr/>
          <p:nvPr>
            <p:custDataLst>
              <p:tags r:id="rId4"/>
            </p:custDataLst>
          </p:nvPr>
        </p:nvSpPr>
        <p:spPr>
          <a:xfrm>
            <a:off x="831272" y="2075564"/>
            <a:ext cx="914400" cy="914400"/>
          </a:xfrm>
          <a:prstGeom prst="ellipse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1</a:t>
            </a:r>
            <a:endParaRPr lang="en-IN" sz="2800" dirty="0">
              <a:solidFill>
                <a:schemeClr val="tx1"/>
              </a:solidFill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10" name="Oval 9"/>
          <p:cNvSpPr/>
          <p:nvPr>
            <p:custDataLst>
              <p:tags r:id="rId5"/>
            </p:custDataLst>
          </p:nvPr>
        </p:nvSpPr>
        <p:spPr>
          <a:xfrm>
            <a:off x="831272" y="5030666"/>
            <a:ext cx="914400" cy="914400"/>
          </a:xfrm>
          <a:prstGeom prst="ellipse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3</a:t>
            </a:r>
            <a:endParaRPr lang="en-IN" sz="2800" dirty="0">
              <a:solidFill>
                <a:schemeClr val="tx1"/>
              </a:solidFill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12" name="Oval 11"/>
          <p:cNvSpPr/>
          <p:nvPr>
            <p:custDataLst>
              <p:tags r:id="rId6"/>
            </p:custDataLst>
          </p:nvPr>
        </p:nvSpPr>
        <p:spPr>
          <a:xfrm>
            <a:off x="831272" y="3553750"/>
            <a:ext cx="914400" cy="914400"/>
          </a:xfrm>
          <a:prstGeom prst="ellipse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2</a:t>
            </a:r>
            <a:endParaRPr lang="en-IN" sz="2800" dirty="0">
              <a:solidFill>
                <a:schemeClr val="tx1"/>
              </a:solidFill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35527" y="1084356"/>
            <a:ext cx="11118273" cy="4531419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2400" b="1" u="sng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114300" indent="0">
              <a:lnSpc>
                <a:spcPct val="150000"/>
              </a:lnSpc>
              <a:buNone/>
            </a:pPr>
            <a:endParaRPr lang="en-IN" sz="1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/>
          <p:cNvSpPr/>
          <p:nvPr>
            <p:custDataLst>
              <p:tags r:id="rId1"/>
            </p:custDataLst>
          </p:nvPr>
        </p:nvSpPr>
        <p:spPr>
          <a:xfrm>
            <a:off x="1609200" y="2223534"/>
            <a:ext cx="424664" cy="424664"/>
          </a:xfrm>
          <a:prstGeom prst="round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/>
          <p:cNvSpPr/>
          <p:nvPr>
            <p:custDataLst>
              <p:tags r:id="rId2"/>
            </p:custDataLst>
          </p:nvPr>
        </p:nvSpPr>
        <p:spPr>
          <a:xfrm>
            <a:off x="1609200" y="2933522"/>
            <a:ext cx="424664" cy="424664"/>
          </a:xfrm>
          <a:prstGeom prst="round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/>
          <p:cNvSpPr/>
          <p:nvPr>
            <p:custDataLst>
              <p:tags r:id="rId3"/>
            </p:custDataLst>
          </p:nvPr>
        </p:nvSpPr>
        <p:spPr>
          <a:xfrm>
            <a:off x="1609200" y="3643511"/>
            <a:ext cx="424664" cy="424664"/>
          </a:xfrm>
          <a:prstGeom prst="roundRect">
            <a:avLst>
              <a:gd name="adj" fmla="val 26130"/>
            </a:avLst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/>
          <p:cNvSpPr/>
          <p:nvPr>
            <p:custDataLst>
              <p:tags r:id="rId4"/>
            </p:custDataLst>
          </p:nvPr>
        </p:nvSpPr>
        <p:spPr>
          <a:xfrm>
            <a:off x="1609200" y="4409347"/>
            <a:ext cx="424664" cy="424664"/>
          </a:xfrm>
          <a:prstGeom prst="round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/>
          <p:cNvSpPr/>
          <p:nvPr>
            <p:custDataLst>
              <p:tags r:id="rId5"/>
            </p:custDataLst>
          </p:nvPr>
        </p:nvSpPr>
        <p:spPr>
          <a:xfrm>
            <a:off x="1609200" y="5175184"/>
            <a:ext cx="424664" cy="424664"/>
          </a:xfrm>
          <a:prstGeom prst="round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4" name="Image 1" descr="clr_check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duotone>
              <a:prstClr val="black"/>
              <a:srgbClr val="D5A3D5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02703" y="2276322"/>
            <a:ext cx="237656" cy="237656"/>
          </a:xfrm>
          <a:prstGeom prst="rect">
            <a:avLst/>
          </a:prstGeom>
        </p:spPr>
      </p:pic>
      <p:pic>
        <p:nvPicPr>
          <p:cNvPr id="16" name="Image 1" descr="clr_check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duotone>
              <a:prstClr val="black"/>
              <a:srgbClr val="D5A3D5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02701" y="5268688"/>
            <a:ext cx="237656" cy="237656"/>
          </a:xfrm>
          <a:prstGeom prst="rect">
            <a:avLst/>
          </a:prstGeom>
        </p:spPr>
      </p:pic>
      <p:pic>
        <p:nvPicPr>
          <p:cNvPr id="18" name="Image 1" descr="clr_check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duotone>
              <a:prstClr val="black"/>
              <a:srgbClr val="D5A3D5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02702" y="4485227"/>
            <a:ext cx="237656" cy="237656"/>
          </a:xfrm>
          <a:prstGeom prst="rect">
            <a:avLst/>
          </a:prstGeom>
        </p:spPr>
      </p:pic>
      <p:pic>
        <p:nvPicPr>
          <p:cNvPr id="20" name="Image 1" descr="clr_check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7">
            <a:duotone>
              <a:prstClr val="black"/>
              <a:srgbClr val="D5A3D5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03239" y="3737014"/>
            <a:ext cx="237656" cy="237656"/>
          </a:xfrm>
          <a:prstGeom prst="rect">
            <a:avLst/>
          </a:prstGeom>
        </p:spPr>
      </p:pic>
      <p:pic>
        <p:nvPicPr>
          <p:cNvPr id="22" name="Image 1" descr="clr_check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7">
            <a:duotone>
              <a:prstClr val="black"/>
              <a:srgbClr val="D5A3D5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02701" y="3057267"/>
            <a:ext cx="237656" cy="237656"/>
          </a:xfrm>
          <a:prstGeom prst="rect">
            <a:avLst/>
          </a:prstGeom>
        </p:spPr>
      </p:pic>
      <p:sp>
        <p:nvSpPr>
          <p:cNvPr id="26" name="TextBox 25"/>
          <p:cNvSpPr txBox="1"/>
          <p:nvPr>
            <p:custDataLst>
              <p:tags r:id="rId11"/>
            </p:custDataLst>
          </p:nvPr>
        </p:nvSpPr>
        <p:spPr>
          <a:xfrm>
            <a:off x="2347595" y="2242185"/>
            <a:ext cx="780605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 collection and scheduling of recyclable materials.</a:t>
            </a:r>
          </a:p>
        </p:txBody>
      </p:sp>
      <p:sp>
        <p:nvSpPr>
          <p:cNvPr id="28" name="TextBox 27"/>
          <p:cNvSpPr txBox="1"/>
          <p:nvPr>
            <p:custDataLst>
              <p:tags r:id="rId12"/>
            </p:custDataLst>
          </p:nvPr>
        </p:nvSpPr>
        <p:spPr>
          <a:xfrm>
            <a:off x="2347595" y="2981960"/>
            <a:ext cx="739838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sorting and processing of plastic, paper, glass, metal, and e‑waste.</a:t>
            </a:r>
          </a:p>
        </p:txBody>
      </p:sp>
      <p:sp>
        <p:nvSpPr>
          <p:cNvPr id="30" name="TextBox 29"/>
          <p:cNvSpPr txBox="1"/>
          <p:nvPr>
            <p:custDataLst>
              <p:tags r:id="rId13"/>
            </p:custDataLst>
          </p:nvPr>
        </p:nvSpPr>
        <p:spPr>
          <a:xfrm>
            <a:off x="2367280" y="3752850"/>
            <a:ext cx="700151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structured records of contributors and recycling centers.</a:t>
            </a:r>
          </a:p>
        </p:txBody>
      </p:sp>
      <p:sp>
        <p:nvSpPr>
          <p:cNvPr id="32" name="TextBox 31"/>
          <p:cNvSpPr txBox="1"/>
          <p:nvPr>
            <p:custDataLst>
              <p:tags r:id="rId14"/>
            </p:custDataLst>
          </p:nvPr>
        </p:nvSpPr>
        <p:spPr>
          <a:xfrm>
            <a:off x="2367280" y="4458970"/>
            <a:ext cx="700151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accurate reports on recycling rates and environmental impact.</a:t>
            </a:r>
          </a:p>
        </p:txBody>
      </p:sp>
      <p:sp>
        <p:nvSpPr>
          <p:cNvPr id="34" name="TextBox 33"/>
          <p:cNvSpPr txBox="1"/>
          <p:nvPr>
            <p:custDataLst>
              <p:tags r:id="rId15"/>
            </p:custDataLst>
          </p:nvPr>
        </p:nvSpPr>
        <p:spPr>
          <a:xfrm>
            <a:off x="2347595" y="5164455"/>
            <a:ext cx="78892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citizen participation through notifications and incentives.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1211" y="793661"/>
            <a:ext cx="10515600" cy="584007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69085" y="982763"/>
            <a:ext cx="3532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Scope of the Project</a:t>
            </a:r>
            <a:endParaRPr lang="en-US" sz="2400" u="sng" dirty="0"/>
          </a:p>
        </p:txBody>
      </p:sp>
      <p:sp>
        <p:nvSpPr>
          <p:cNvPr id="3" name="Rectangle 2"/>
          <p:cNvSpPr/>
          <p:nvPr/>
        </p:nvSpPr>
        <p:spPr>
          <a:xfrm>
            <a:off x="675861" y="1593814"/>
            <a:ext cx="3520800" cy="19656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User Registration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r>
              <a:rPr lang="en-US" alt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households, offices, and industries into the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1528" y="1593814"/>
            <a:ext cx="3520800" cy="19656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Data Storage</a:t>
            </a: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r>
              <a:rPr lang="en-US" alt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records of collected recyclable materials (plastic, paper, glass, metal, e‑waste).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87196" y="1598864"/>
            <a:ext cx="3520800" cy="19656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 Search Records</a:t>
            </a: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r>
              <a:rPr lang="en-US" alt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recycling data by material type, contributor, or collection date.</a:t>
            </a:r>
          </a:p>
          <a:p>
            <a:pPr marL="0" indent="0">
              <a:buNone/>
            </a:pPr>
            <a:endParaRPr lang="en-US" altLang="en-GB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5861" y="4133632"/>
            <a:ext cx="3520800" cy="19656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  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Update Records</a:t>
            </a: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r>
              <a:rPr lang="en-US" alt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 details of contributors, collection schedules, and processed quantities.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87195" y="4133632"/>
            <a:ext cx="3520800" cy="19656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algn="ctr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Generate Reports</a:t>
            </a:r>
            <a:endParaRPr lang="en-US" sz="18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  <a:p>
            <a:pPr algn="ctr"/>
            <a:r>
              <a:rPr lang="en-US" alt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 statistics on recycling rates, processed materials, and environmental impact.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1528" y="4139324"/>
            <a:ext cx="3520800" cy="19656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Delete Records</a:t>
            </a:r>
          </a:p>
          <a:p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r>
              <a:rPr lang="en-US" alt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outdated, duplicate, or incorrect recycling entries.</a:t>
            </a:r>
          </a:p>
        </p:txBody>
      </p:sp>
      <p:sp>
        <p:nvSpPr>
          <p:cNvPr id="22" name="Rectangle: Rounded Corners 21"/>
          <p:cNvSpPr/>
          <p:nvPr/>
        </p:nvSpPr>
        <p:spPr>
          <a:xfrm>
            <a:off x="807315" y="1754046"/>
            <a:ext cx="529200" cy="529200"/>
          </a:xfrm>
          <a:prstGeom prst="roundRect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/>
          <p:cNvSpPr/>
          <p:nvPr/>
        </p:nvSpPr>
        <p:spPr>
          <a:xfrm>
            <a:off x="8844560" y="4343243"/>
            <a:ext cx="529200" cy="529200"/>
          </a:xfrm>
          <a:prstGeom prst="roundRect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/>
          <p:cNvSpPr/>
          <p:nvPr/>
        </p:nvSpPr>
        <p:spPr>
          <a:xfrm>
            <a:off x="4677664" y="4319851"/>
            <a:ext cx="529200" cy="529200"/>
          </a:xfrm>
          <a:prstGeom prst="roundRect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/>
          <p:cNvSpPr/>
          <p:nvPr/>
        </p:nvSpPr>
        <p:spPr>
          <a:xfrm>
            <a:off x="847515" y="4319851"/>
            <a:ext cx="529200" cy="529200"/>
          </a:xfrm>
          <a:prstGeom prst="roundRect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/>
          <p:cNvSpPr/>
          <p:nvPr/>
        </p:nvSpPr>
        <p:spPr>
          <a:xfrm>
            <a:off x="8736398" y="1747833"/>
            <a:ext cx="529200" cy="529200"/>
          </a:xfrm>
          <a:prstGeom prst="roundRect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/>
          <p:cNvSpPr/>
          <p:nvPr/>
        </p:nvSpPr>
        <p:spPr>
          <a:xfrm>
            <a:off x="4700435" y="1747834"/>
            <a:ext cx="529200" cy="529200"/>
          </a:xfrm>
          <a:prstGeom prst="roundRect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8" name="Image 1" descr="clr_userp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17" y="1870148"/>
            <a:ext cx="296997" cy="296997"/>
          </a:xfrm>
          <a:prstGeom prst="rect">
            <a:avLst/>
          </a:prstGeom>
        </p:spPr>
      </p:pic>
      <p:pic>
        <p:nvPicPr>
          <p:cNvPr id="40" name="Image 2" descr="clr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537" y="1863936"/>
            <a:ext cx="296997" cy="296997"/>
          </a:xfrm>
          <a:prstGeom prst="rect">
            <a:avLst/>
          </a:prstGeom>
        </p:spPr>
      </p:pic>
      <p:pic>
        <p:nvPicPr>
          <p:cNvPr id="42" name="Image 3" descr="clr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2500" y="1863935"/>
            <a:ext cx="296997" cy="296997"/>
          </a:xfrm>
          <a:prstGeom prst="rect">
            <a:avLst/>
          </a:prstGeom>
        </p:spPr>
      </p:pic>
      <p:pic>
        <p:nvPicPr>
          <p:cNvPr id="44" name="Image 4" descr="clr_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617" y="4435953"/>
            <a:ext cx="296997" cy="296997"/>
          </a:xfrm>
          <a:prstGeom prst="rect">
            <a:avLst/>
          </a:prstGeom>
        </p:spPr>
      </p:pic>
      <p:pic>
        <p:nvPicPr>
          <p:cNvPr id="46" name="Image 5" descr="clr_tr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3766" y="4435953"/>
            <a:ext cx="296997" cy="296997"/>
          </a:xfrm>
          <a:prstGeom prst="rect">
            <a:avLst/>
          </a:prstGeom>
        </p:spPr>
      </p:pic>
      <p:pic>
        <p:nvPicPr>
          <p:cNvPr id="48" name="Image 6" descr="clr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0662" y="4459345"/>
            <a:ext cx="296997" cy="2969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124694" y="1111095"/>
            <a:ext cx="4381408" cy="69956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E-R Model </a:t>
            </a:r>
            <a:r>
              <a:rPr lang="en-US" sz="2400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Concepts</a:t>
            </a:r>
            <a:endParaRPr lang="en-US" sz="2400" b="1" u="sng" dirty="0"/>
          </a:p>
          <a:p>
            <a:pPr marL="11430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8383" y="1810663"/>
            <a:ext cx="3520800" cy="19656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          Entity</a:t>
            </a:r>
          </a:p>
          <a:p>
            <a:pPr marL="0" indent="0">
              <a:buNone/>
            </a:pPr>
            <a:r>
              <a:rPr lang="en-US" alt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 real‑world objects such as Contributor, Collection Vehicle, Recycling Center, and Material.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5494" y="1810663"/>
            <a:ext cx="3520800" cy="19656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   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Attribute</a:t>
            </a:r>
          </a:p>
          <a:p>
            <a:pPr marL="0" indent="0">
              <a:buNone/>
            </a:pPr>
            <a:r>
              <a:rPr lang="en-US" alt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Describes properties of entities, e.g. Contributor_Name, Material_Type, Collection_Date, Processed_Quantity.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1876" y="1810663"/>
            <a:ext cx="3520800" cy="19656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endParaRPr lang="en-US" b="1" dirty="0"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   Relationship</a:t>
            </a:r>
            <a:endParaRPr lang="en-US" sz="1800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Record </a:t>
            </a:r>
            <a:r>
              <a:rPr lang="en-IN" sz="1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Delivered_To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Recycling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Recycling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Material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501876" y="4277100"/>
            <a:ext cx="3520800" cy="19656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   Cardinality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Contributor ↔ Collection Record →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1:M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Record ↔ Material →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M:M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Record ↔ Recycling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M:1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645494" y="4277100"/>
            <a:ext cx="3530435" cy="19656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    Foreign Key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Links related tables, e.g. </a:t>
            </a:r>
            <a:r>
              <a:rPr lang="en-IN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Contributor_ID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Collection Record refers to Contributor table, </a:t>
            </a:r>
            <a:r>
              <a:rPr lang="en-IN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Center_ID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refers to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Recycling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8383" y="4277100"/>
            <a:ext cx="3520800" cy="19656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 Primary Key</a:t>
            </a: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Uniquely identifies each record in the database, e.g.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Contributor_ID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Vehicle_ID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Center_ID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Material_ID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Record_ID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935778" y="4463382"/>
            <a:ext cx="529200" cy="529200"/>
          </a:xfrm>
          <a:prstGeom prst="roundRect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/>
          <p:cNvSpPr/>
          <p:nvPr/>
        </p:nvSpPr>
        <p:spPr>
          <a:xfrm>
            <a:off x="4874708" y="1981031"/>
            <a:ext cx="529200" cy="529200"/>
          </a:xfrm>
          <a:prstGeom prst="roundRect">
            <a:avLst/>
          </a:prstGeom>
          <a:solidFill>
            <a:srgbClr val="D5A3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0" name="Group 49"/>
          <p:cNvGrpSpPr/>
          <p:nvPr/>
        </p:nvGrpSpPr>
        <p:grpSpPr>
          <a:xfrm>
            <a:off x="935778" y="2046900"/>
            <a:ext cx="529200" cy="529200"/>
            <a:chOff x="977639" y="2085635"/>
            <a:chExt cx="529200" cy="529200"/>
          </a:xfrm>
        </p:grpSpPr>
        <p:sp>
          <p:nvSpPr>
            <p:cNvPr id="22" name="Rectangle: Rounded Corners 21"/>
            <p:cNvSpPr/>
            <p:nvPr/>
          </p:nvSpPr>
          <p:spPr>
            <a:xfrm>
              <a:off x="977639" y="2085635"/>
              <a:ext cx="529200" cy="529200"/>
            </a:xfrm>
            <a:prstGeom prst="roundRect">
              <a:avLst/>
            </a:prstGeom>
            <a:solidFill>
              <a:srgbClr val="D5A3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4" name="Image 1" descr="clr_cub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3741" y="2201737"/>
              <a:ext cx="296997" cy="296997"/>
            </a:xfrm>
            <a:prstGeom prst="rect">
              <a:avLst/>
            </a:prstGeom>
          </p:spPr>
        </p:pic>
      </p:grpSp>
      <p:pic>
        <p:nvPicPr>
          <p:cNvPr id="36" name="Image 2" descr="clr_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810" y="2097133"/>
            <a:ext cx="296997" cy="296997"/>
          </a:xfrm>
          <a:prstGeom prst="rect">
            <a:avLst/>
          </a:prstGeom>
        </p:spPr>
      </p:pic>
      <p:grpSp>
        <p:nvGrpSpPr>
          <p:cNvPr id="48" name="Group 47"/>
          <p:cNvGrpSpPr/>
          <p:nvPr/>
        </p:nvGrpSpPr>
        <p:grpSpPr>
          <a:xfrm>
            <a:off x="8814826" y="2037875"/>
            <a:ext cx="529200" cy="529200"/>
            <a:chOff x="8511396" y="2035124"/>
            <a:chExt cx="529200" cy="529200"/>
          </a:xfrm>
        </p:grpSpPr>
        <p:sp>
          <p:nvSpPr>
            <p:cNvPr id="24" name="Rectangle: Rounded Corners 23"/>
            <p:cNvSpPr/>
            <p:nvPr/>
          </p:nvSpPr>
          <p:spPr>
            <a:xfrm>
              <a:off x="8511396" y="2035124"/>
              <a:ext cx="529200" cy="529200"/>
            </a:xfrm>
            <a:prstGeom prst="roundRect">
              <a:avLst/>
            </a:prstGeom>
            <a:solidFill>
              <a:srgbClr val="D5A3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8" name="Image 3" descr="clr_l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27498" y="2151226"/>
              <a:ext cx="296997" cy="296997"/>
            </a:xfrm>
            <a:prstGeom prst="rect">
              <a:avLst/>
            </a:prstGeom>
          </p:spPr>
        </p:pic>
      </p:grpSp>
      <p:pic>
        <p:nvPicPr>
          <p:cNvPr id="40" name="Image 4" descr="clr_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880" y="4579484"/>
            <a:ext cx="296997" cy="296997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4953953" y="4463382"/>
            <a:ext cx="529200" cy="529200"/>
            <a:chOff x="4752430" y="4463382"/>
            <a:chExt cx="529200" cy="529200"/>
          </a:xfrm>
        </p:grpSpPr>
        <p:sp>
          <p:nvSpPr>
            <p:cNvPr id="20" name="Rectangle: Rounded Corners 19"/>
            <p:cNvSpPr/>
            <p:nvPr/>
          </p:nvSpPr>
          <p:spPr>
            <a:xfrm>
              <a:off x="4752430" y="4463382"/>
              <a:ext cx="529200" cy="529200"/>
            </a:xfrm>
            <a:prstGeom prst="roundRect">
              <a:avLst/>
            </a:prstGeom>
            <a:solidFill>
              <a:srgbClr val="D5A3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2" name="Image 5" descr="clr_sitemap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68532" y="4579484"/>
              <a:ext cx="296997" cy="296997"/>
            </a:xfrm>
            <a:prstGeom prst="rect">
              <a:avLst/>
            </a:prstGeom>
          </p:spPr>
        </p:pic>
      </p:grpSp>
      <p:grpSp>
        <p:nvGrpSpPr>
          <p:cNvPr id="47" name="Group 46"/>
          <p:cNvGrpSpPr/>
          <p:nvPr/>
        </p:nvGrpSpPr>
        <p:grpSpPr>
          <a:xfrm>
            <a:off x="8790462" y="4463382"/>
            <a:ext cx="529200" cy="529200"/>
            <a:chOff x="8512327" y="4463382"/>
            <a:chExt cx="529200" cy="529200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8512327" y="4463382"/>
              <a:ext cx="529200" cy="529200"/>
            </a:xfrm>
            <a:prstGeom prst="roundRect">
              <a:avLst/>
            </a:prstGeom>
            <a:solidFill>
              <a:srgbClr val="D5A3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4" name="Image 6" descr="clr_layers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28429" y="4579484"/>
              <a:ext cx="296997" cy="2969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22555" y="1067881"/>
            <a:ext cx="6215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Tables (Relations)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4"/>
          <p:cNvSpPr/>
          <p:nvPr/>
        </p:nvSpPr>
        <p:spPr>
          <a:xfrm>
            <a:off x="640080" y="3108960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51" name="Text 16"/>
          <p:cNvSpPr/>
          <p:nvPr/>
        </p:nvSpPr>
        <p:spPr>
          <a:xfrm>
            <a:off x="640080" y="5047488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886BE8-DDE4-BADF-1BDB-67515EBF79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19253" r="1005"/>
          <a:stretch>
            <a:fillRect/>
          </a:stretch>
        </p:blipFill>
        <p:spPr>
          <a:xfrm>
            <a:off x="952500" y="1810512"/>
            <a:ext cx="10183586" cy="46338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22555" y="1067881"/>
            <a:ext cx="6215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</a:t>
            </a:r>
            <a:r>
              <a:rPr lang="en-US" sz="2400" b="1" u="sng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Table Attributes</a:t>
            </a:r>
            <a:endParaRPr lang="en-IN" u="sng" dirty="0"/>
          </a:p>
        </p:txBody>
      </p:sp>
      <p:sp>
        <p:nvSpPr>
          <p:cNvPr id="8" name="Shape 1"/>
          <p:cNvSpPr/>
          <p:nvPr/>
        </p:nvSpPr>
        <p:spPr>
          <a:xfrm>
            <a:off x="1866418" y="1770926"/>
            <a:ext cx="9746462" cy="426990"/>
          </a:xfrm>
          <a:prstGeom prst="roundRect">
            <a:avLst>
              <a:gd name="adj" fmla="val 6452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2"/>
          <p:cNvSpPr/>
          <p:nvPr/>
        </p:nvSpPr>
        <p:spPr>
          <a:xfrm>
            <a:off x="810016" y="1770926"/>
            <a:ext cx="1933183" cy="426990"/>
          </a:xfrm>
          <a:prstGeom prst="roundRect">
            <a:avLst>
              <a:gd name="adj" fmla="val 6452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3"/>
          <p:cNvSpPr/>
          <p:nvPr/>
        </p:nvSpPr>
        <p:spPr>
          <a:xfrm>
            <a:off x="879676" y="1770926"/>
            <a:ext cx="1772084" cy="341337"/>
          </a:xfrm>
          <a:prstGeom prst="rect">
            <a:avLst/>
          </a:prstGeom>
          <a:noFill/>
        </p:spPr>
        <p:txBody>
          <a:bodyPr wrap="square" lIns="45720" rIns="45720" rtlCol="0" anchor="ctr"/>
          <a:lstStyle/>
          <a:p>
            <a:pPr marL="0" indent="0">
              <a:buNone/>
            </a:pPr>
            <a:r>
              <a:rPr lang="en-IN" sz="1200" b="1" dirty="0"/>
              <a:t>USER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Text 4"/>
          <p:cNvSpPr/>
          <p:nvPr/>
        </p:nvSpPr>
        <p:spPr>
          <a:xfrm>
            <a:off x="3944362" y="1770926"/>
            <a:ext cx="7531357" cy="3413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600" dirty="0" err="1"/>
              <a:t>user_id</a:t>
            </a:r>
            <a:r>
              <a:rPr lang="en-IN" sz="1600" dirty="0"/>
              <a:t> (PK), name, </a:t>
            </a:r>
            <a:r>
              <a:rPr lang="en-IN" sz="1600" dirty="0" err="1"/>
              <a:t>contact_info</a:t>
            </a:r>
            <a:r>
              <a:rPr lang="en-IN" sz="1600" dirty="0"/>
              <a:t>, address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866418" y="2429294"/>
            <a:ext cx="9836224" cy="426990"/>
          </a:xfrm>
          <a:prstGeom prst="roundRect">
            <a:avLst>
              <a:gd name="adj" fmla="val 6452"/>
            </a:avLst>
          </a:prstGeom>
          <a:solidFill>
            <a:srgbClr val="E6C0D7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18" name="Shape 6"/>
          <p:cNvSpPr/>
          <p:nvPr/>
        </p:nvSpPr>
        <p:spPr>
          <a:xfrm>
            <a:off x="810016" y="2429294"/>
            <a:ext cx="1991907" cy="426990"/>
          </a:xfrm>
          <a:prstGeom prst="roundRect">
            <a:avLst>
              <a:gd name="adj" fmla="val 6452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7"/>
          <p:cNvSpPr/>
          <p:nvPr/>
        </p:nvSpPr>
        <p:spPr>
          <a:xfrm>
            <a:off x="879676" y="2429294"/>
            <a:ext cx="1772084" cy="341337"/>
          </a:xfrm>
          <a:prstGeom prst="rect">
            <a:avLst/>
          </a:prstGeom>
          <a:noFill/>
        </p:spPr>
        <p:txBody>
          <a:bodyPr wrap="square" lIns="45720" rIns="45720" rtlCol="0" anchor="ctr"/>
          <a:lstStyle/>
          <a:p>
            <a:pPr marL="0" indent="0">
              <a:buNone/>
            </a:pPr>
            <a:r>
              <a:rPr lang="en-IN" sz="1200" b="1" dirty="0"/>
              <a:t>COLLECTION</a:t>
            </a:r>
            <a:r>
              <a:rPr lang="en-IN" sz="1200" dirty="0"/>
              <a:t>_</a:t>
            </a:r>
            <a:r>
              <a:rPr lang="en-IN" sz="1200" b="1" dirty="0"/>
              <a:t>REQUEST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2" name="Text 8"/>
          <p:cNvSpPr/>
          <p:nvPr/>
        </p:nvSpPr>
        <p:spPr>
          <a:xfrm>
            <a:off x="3944362" y="2429294"/>
            <a:ext cx="7531357" cy="3413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600" dirty="0" err="1"/>
              <a:t>request_id</a:t>
            </a:r>
            <a:r>
              <a:rPr lang="en-IN" sz="1600" dirty="0"/>
              <a:t> (PK), </a:t>
            </a:r>
            <a:r>
              <a:rPr lang="en-IN" sz="1600" dirty="0" err="1"/>
              <a:t>user_id</a:t>
            </a:r>
            <a:r>
              <a:rPr lang="en-IN" sz="1600" dirty="0"/>
              <a:t> (FK), </a:t>
            </a:r>
            <a:r>
              <a:rPr lang="en-IN" sz="1600" dirty="0" err="1"/>
              <a:t>waste_type</a:t>
            </a:r>
            <a:r>
              <a:rPr lang="en-IN" sz="1600" dirty="0"/>
              <a:t>, </a:t>
            </a:r>
            <a:r>
              <a:rPr lang="en-IN" sz="1600" dirty="0" err="1"/>
              <a:t>requested_date</a:t>
            </a:r>
            <a:r>
              <a:rPr lang="en-IN" sz="1600" dirty="0"/>
              <a:t>, status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24" name="Shape 9"/>
          <p:cNvSpPr/>
          <p:nvPr/>
        </p:nvSpPr>
        <p:spPr>
          <a:xfrm>
            <a:off x="1866418" y="3087662"/>
            <a:ext cx="9836224" cy="426990"/>
          </a:xfrm>
          <a:prstGeom prst="roundRect">
            <a:avLst>
              <a:gd name="adj" fmla="val 6452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Shape 10"/>
          <p:cNvSpPr/>
          <p:nvPr/>
        </p:nvSpPr>
        <p:spPr>
          <a:xfrm>
            <a:off x="810016" y="3087662"/>
            <a:ext cx="1991907" cy="426990"/>
          </a:xfrm>
          <a:prstGeom prst="roundRect">
            <a:avLst>
              <a:gd name="adj" fmla="val 6452"/>
            </a:avLst>
          </a:prstGeom>
          <a:solidFill>
            <a:srgbClr val="D5A3D5"/>
          </a:solidFill>
        </p:spPr>
        <p:txBody>
          <a:bodyPr/>
          <a:lstStyle/>
          <a:p>
            <a:r>
              <a:rPr lang="en-IN" b="1" dirty="0"/>
              <a:t>COLLECTOR</a:t>
            </a:r>
          </a:p>
        </p:txBody>
      </p:sp>
      <p:sp>
        <p:nvSpPr>
          <p:cNvPr id="28" name="Text 11"/>
          <p:cNvSpPr/>
          <p:nvPr/>
        </p:nvSpPr>
        <p:spPr>
          <a:xfrm>
            <a:off x="879676" y="3087662"/>
            <a:ext cx="1772084" cy="341337"/>
          </a:xfrm>
          <a:prstGeom prst="rect">
            <a:avLst/>
          </a:prstGeom>
          <a:noFill/>
        </p:spPr>
        <p:txBody>
          <a:bodyPr wrap="square" lIns="45720" rIns="45720" rtlCol="0" anchor="ctr"/>
          <a:lstStyle/>
          <a:p>
            <a:pPr marL="0" indent="0">
              <a:buNone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Text 12"/>
          <p:cNvSpPr/>
          <p:nvPr/>
        </p:nvSpPr>
        <p:spPr>
          <a:xfrm>
            <a:off x="3944362" y="3087662"/>
            <a:ext cx="7531357" cy="3413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600" dirty="0" err="1"/>
              <a:t>collector_id</a:t>
            </a:r>
            <a:r>
              <a:rPr lang="en-IN" sz="1600" dirty="0"/>
              <a:t> (PK), name, </a:t>
            </a:r>
            <a:r>
              <a:rPr lang="en-IN" sz="1600" dirty="0" err="1"/>
              <a:t>assigned_area</a:t>
            </a:r>
            <a:r>
              <a:rPr lang="en-IN" sz="1600" dirty="0"/>
              <a:t>, </a:t>
            </a:r>
            <a:r>
              <a:rPr lang="en-IN" sz="1600" dirty="0" err="1"/>
              <a:t>contact_info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1866418" y="3746030"/>
            <a:ext cx="9746462" cy="426990"/>
          </a:xfrm>
          <a:prstGeom prst="roundRect">
            <a:avLst>
              <a:gd name="adj" fmla="val 6452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Shape 14"/>
          <p:cNvSpPr/>
          <p:nvPr/>
        </p:nvSpPr>
        <p:spPr>
          <a:xfrm>
            <a:off x="810016" y="3746030"/>
            <a:ext cx="1933183" cy="426990"/>
          </a:xfrm>
          <a:prstGeom prst="roundRect">
            <a:avLst>
              <a:gd name="adj" fmla="val 6452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sp>
        <p:nvSpPr>
          <p:cNvPr id="36" name="Text 15"/>
          <p:cNvSpPr/>
          <p:nvPr/>
        </p:nvSpPr>
        <p:spPr>
          <a:xfrm>
            <a:off x="879676" y="3746030"/>
            <a:ext cx="1772084" cy="341337"/>
          </a:xfrm>
          <a:prstGeom prst="rect">
            <a:avLst/>
          </a:prstGeom>
          <a:noFill/>
        </p:spPr>
        <p:txBody>
          <a:bodyPr wrap="square" lIns="45720" rIns="45720" rtlCol="0" anchor="ctr"/>
          <a:lstStyle/>
          <a:p>
            <a:pPr marL="0" indent="0">
              <a:buNone/>
            </a:pPr>
            <a:r>
              <a:rPr lang="en-IN" sz="1200" b="1" dirty="0"/>
              <a:t>WASTE</a:t>
            </a:r>
            <a:r>
              <a:rPr lang="en-IN" sz="1200" dirty="0"/>
              <a:t>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Text 16"/>
          <p:cNvSpPr/>
          <p:nvPr/>
        </p:nvSpPr>
        <p:spPr>
          <a:xfrm>
            <a:off x="3944362" y="3746030"/>
            <a:ext cx="7531357" cy="3413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600" dirty="0" err="1"/>
              <a:t>waste_id</a:t>
            </a:r>
            <a:r>
              <a:rPr lang="en-IN" sz="1600" dirty="0"/>
              <a:t> (PK), </a:t>
            </a:r>
            <a:r>
              <a:rPr lang="en-IN" sz="1600" dirty="0" err="1"/>
              <a:t>waste_type</a:t>
            </a:r>
            <a:r>
              <a:rPr lang="en-IN" sz="1600" dirty="0"/>
              <a:t>, quantity, category, </a:t>
            </a:r>
            <a:r>
              <a:rPr lang="en-IN" sz="1600" dirty="0" err="1"/>
              <a:t>request_id</a:t>
            </a:r>
            <a:r>
              <a:rPr lang="en-IN" sz="1600" dirty="0"/>
              <a:t> (FK)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40" name="Shape 17"/>
          <p:cNvSpPr/>
          <p:nvPr/>
        </p:nvSpPr>
        <p:spPr>
          <a:xfrm>
            <a:off x="1866418" y="4404398"/>
            <a:ext cx="9746462" cy="426990"/>
          </a:xfrm>
          <a:prstGeom prst="roundRect">
            <a:avLst>
              <a:gd name="adj" fmla="val 6452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Shape 18"/>
          <p:cNvSpPr/>
          <p:nvPr/>
        </p:nvSpPr>
        <p:spPr>
          <a:xfrm>
            <a:off x="810016" y="4404398"/>
            <a:ext cx="1933183" cy="426990"/>
          </a:xfrm>
          <a:prstGeom prst="roundRect">
            <a:avLst>
              <a:gd name="adj" fmla="val 6452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Text 19"/>
          <p:cNvSpPr/>
          <p:nvPr/>
        </p:nvSpPr>
        <p:spPr>
          <a:xfrm>
            <a:off x="879676" y="4404398"/>
            <a:ext cx="1772084" cy="341337"/>
          </a:xfrm>
          <a:prstGeom prst="rect">
            <a:avLst/>
          </a:prstGeom>
          <a:noFill/>
        </p:spPr>
        <p:txBody>
          <a:bodyPr wrap="square" lIns="45720" rIns="45720" rtlCol="0" anchor="ctr"/>
          <a:lstStyle/>
          <a:p>
            <a:pPr marL="0" indent="0">
              <a:buNone/>
            </a:pPr>
            <a:r>
              <a:rPr lang="en-IN" sz="1200" b="1" dirty="0"/>
              <a:t>RECYCLING_CENTER</a:t>
            </a:r>
            <a:r>
              <a:rPr lang="en-IN" sz="1200" dirty="0"/>
              <a:t>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6" name="Text 20"/>
          <p:cNvSpPr/>
          <p:nvPr/>
        </p:nvSpPr>
        <p:spPr>
          <a:xfrm>
            <a:off x="3944362" y="4404398"/>
            <a:ext cx="7531357" cy="3413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600" dirty="0" err="1"/>
              <a:t>center_id</a:t>
            </a:r>
            <a:r>
              <a:rPr lang="en-IN" sz="1600" dirty="0"/>
              <a:t> (PK), location, capacity, </a:t>
            </a:r>
            <a:r>
              <a:rPr lang="en-IN" sz="1600" dirty="0" err="1"/>
              <a:t>contact_info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48" name="Shape 21"/>
          <p:cNvSpPr/>
          <p:nvPr/>
        </p:nvSpPr>
        <p:spPr>
          <a:xfrm>
            <a:off x="1767840" y="5062766"/>
            <a:ext cx="9845040" cy="426990"/>
          </a:xfrm>
          <a:prstGeom prst="roundRect">
            <a:avLst>
              <a:gd name="adj" fmla="val 6452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sp>
        <p:nvSpPr>
          <p:cNvPr id="50" name="Shape 22"/>
          <p:cNvSpPr/>
          <p:nvPr/>
        </p:nvSpPr>
        <p:spPr>
          <a:xfrm>
            <a:off x="810016" y="5062766"/>
            <a:ext cx="1933183" cy="426990"/>
          </a:xfrm>
          <a:prstGeom prst="roundRect">
            <a:avLst>
              <a:gd name="adj" fmla="val 6452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sp>
        <p:nvSpPr>
          <p:cNvPr id="52" name="Text 23"/>
          <p:cNvSpPr/>
          <p:nvPr/>
        </p:nvSpPr>
        <p:spPr>
          <a:xfrm>
            <a:off x="879676" y="5062766"/>
            <a:ext cx="1772084" cy="341337"/>
          </a:xfrm>
          <a:prstGeom prst="rect">
            <a:avLst/>
          </a:prstGeom>
          <a:noFill/>
        </p:spPr>
        <p:txBody>
          <a:bodyPr wrap="square" lIns="45720" rIns="45720" rtlCol="0" anchor="ctr"/>
          <a:lstStyle/>
          <a:p>
            <a:pPr marL="0" indent="0">
              <a:buNone/>
            </a:pPr>
            <a:r>
              <a:rPr lang="en-IN" sz="1200" b="1" dirty="0"/>
              <a:t>TRANSACTION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54" name="Text 24"/>
          <p:cNvSpPr/>
          <p:nvPr/>
        </p:nvSpPr>
        <p:spPr>
          <a:xfrm>
            <a:off x="3407230" y="5214257"/>
            <a:ext cx="8068490" cy="18984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IN" sz="1600" dirty="0" err="1"/>
              <a:t>transaction_id</a:t>
            </a:r>
            <a:r>
              <a:rPr lang="en-IN" sz="1600" dirty="0"/>
              <a:t> (PK), </a:t>
            </a:r>
            <a:r>
              <a:rPr lang="en-IN" sz="1600" dirty="0" err="1"/>
              <a:t>collector_id</a:t>
            </a:r>
            <a:r>
              <a:rPr lang="en-IN" sz="1600" dirty="0"/>
              <a:t> (FK), </a:t>
            </a:r>
            <a:r>
              <a:rPr lang="en-IN" sz="1600" dirty="0" err="1"/>
              <a:t>center_id</a:t>
            </a:r>
            <a:r>
              <a:rPr lang="en-IN" sz="1600" dirty="0"/>
              <a:t> (FK), date, </a:t>
            </a:r>
            <a:r>
              <a:rPr lang="en-IN" sz="1600" dirty="0" err="1"/>
              <a:t>quantity_processed</a:t>
            </a:r>
            <a:r>
              <a:rPr lang="en-IN" sz="1600" dirty="0"/>
              <a:t>, </a:t>
            </a:r>
          </a:p>
          <a:p>
            <a:pPr marL="0" indent="0">
              <a:buNone/>
            </a:pP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60" name="Text 27"/>
          <p:cNvSpPr/>
          <p:nvPr/>
        </p:nvSpPr>
        <p:spPr>
          <a:xfrm>
            <a:off x="879676" y="5721134"/>
            <a:ext cx="1772084" cy="341337"/>
          </a:xfrm>
          <a:prstGeom prst="rect">
            <a:avLst/>
          </a:prstGeom>
          <a:noFill/>
        </p:spPr>
        <p:txBody>
          <a:bodyPr wrap="square" lIns="45720" rIns="45720" rtlCol="0" anchor="ctr"/>
          <a:lstStyle/>
          <a:p>
            <a:pPr marL="0" indent="0">
              <a:buNone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2" name="Text 28"/>
          <p:cNvSpPr/>
          <p:nvPr/>
        </p:nvSpPr>
        <p:spPr>
          <a:xfrm>
            <a:off x="3944362" y="5721134"/>
            <a:ext cx="7531357" cy="3413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79120" y="1143001"/>
            <a:ext cx="11247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06304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Relationships</a:t>
            </a:r>
            <a:endParaRPr lang="en-US" sz="2400" u="sng" dirty="0"/>
          </a:p>
        </p:txBody>
      </p:sp>
      <p:sp>
        <p:nvSpPr>
          <p:cNvPr id="89" name="Shape 1"/>
          <p:cNvSpPr/>
          <p:nvPr/>
        </p:nvSpPr>
        <p:spPr>
          <a:xfrm>
            <a:off x="1201781" y="1783081"/>
            <a:ext cx="7963989" cy="2397034"/>
          </a:xfrm>
          <a:prstGeom prst="roundRect">
            <a:avLst>
              <a:gd name="adj" fmla="val 10345"/>
            </a:avLst>
          </a:prstGeom>
          <a:solidFill>
            <a:srgbClr val="B4229F"/>
          </a:solidFill>
        </p:spPr>
        <p:txBody>
          <a:bodyPr/>
          <a:lstStyle/>
          <a:p>
            <a:pPr lvl="0"/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→ COLLECTION_REQUEST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(1:N) via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COLLECTION_REQUEST → WASTE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(1:N) via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request_id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COLLECTION_REQUEST → COLLECTOR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(M:1) via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collector_id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COLLECTOR → RECYCLING_CENTER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(1:N) via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center_id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→ TRANSACTION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(1:N) via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waste_id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RECYCLING_CENTER → TRANSACTION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(1:N) via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center_id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 2"/>
          <p:cNvSpPr/>
          <p:nvPr/>
        </p:nvSpPr>
        <p:spPr>
          <a:xfrm>
            <a:off x="579120" y="1783080"/>
            <a:ext cx="28346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01" name="Text 7"/>
          <p:cNvSpPr/>
          <p:nvPr/>
        </p:nvSpPr>
        <p:spPr>
          <a:xfrm>
            <a:off x="4920343" y="1453896"/>
            <a:ext cx="1544465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97" name="Text 5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Cardinality shown in the badge (1:M = one-to-many, M:1 = many-to-one, 1:1 = one-to-one).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2555" y="1067881"/>
            <a:ext cx="32270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34" charset="-120"/>
              </a:rPr>
              <a:t>E-R Diagram</a:t>
            </a:r>
            <a:endParaRPr lang="en-US" sz="2400" u="sng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401A8A-25FE-67FB-83B0-775F818FE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600200"/>
            <a:ext cx="10287000" cy="49094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22555" y="1067881"/>
            <a:ext cx="60424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Advantages of the E-R Model</a:t>
            </a:r>
            <a:endParaRPr lang="en-US" sz="2400" u="sng" dirty="0"/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1"/>
          <p:cNvSpPr/>
          <p:nvPr/>
        </p:nvSpPr>
        <p:spPr>
          <a:xfrm>
            <a:off x="594360" y="1982419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E6C0D7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10" name="Shape 2"/>
          <p:cNvSpPr/>
          <p:nvPr/>
        </p:nvSpPr>
        <p:spPr>
          <a:xfrm>
            <a:off x="82296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pic>
        <p:nvPicPr>
          <p:cNvPr id="12" name="Image 1" descr="cl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2360981"/>
            <a:ext cx="307238" cy="307238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554480" y="224028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6" name="Text 4"/>
          <p:cNvSpPr/>
          <p:nvPr/>
        </p:nvSpPr>
        <p:spPr>
          <a:xfrm>
            <a:off x="822960" y="2788920"/>
            <a:ext cx="4800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Easy Visualization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diagram makes it simple to see how candidates, skills, and jobs connect at a glance</a:t>
            </a:r>
            <a:endParaRPr lang="en-US" sz="1600" dirty="0"/>
          </a:p>
        </p:txBody>
      </p:sp>
      <p:sp>
        <p:nvSpPr>
          <p:cNvPr id="18" name="Shape 5"/>
          <p:cNvSpPr/>
          <p:nvPr/>
        </p:nvSpPr>
        <p:spPr>
          <a:xfrm>
            <a:off x="6172200" y="196596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Shape 6"/>
          <p:cNvSpPr/>
          <p:nvPr/>
        </p:nvSpPr>
        <p:spPr>
          <a:xfrm>
            <a:off x="644652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pic>
        <p:nvPicPr>
          <p:cNvPr id="22" name="Image 2" descr="clr_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21" y="2360981"/>
            <a:ext cx="307238" cy="307238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7178040" y="224028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6" name="Text 8"/>
          <p:cNvSpPr/>
          <p:nvPr/>
        </p:nvSpPr>
        <p:spPr>
          <a:xfrm>
            <a:off x="6446520" y="2686517"/>
            <a:ext cx="4800600" cy="1108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Better Database Design</a:t>
            </a:r>
            <a:endParaRPr lang="en-US" sz="1800" dirty="0">
              <a:solidFill>
                <a:srgbClr val="444444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Thinking through entities and relationships upfront leads to a cleaner, more logical schema</a:t>
            </a:r>
            <a:endParaRPr lang="en-US" sz="1600" dirty="0"/>
          </a:p>
        </p:txBody>
      </p:sp>
      <p:sp>
        <p:nvSpPr>
          <p:cNvPr id="28" name="Shape 9"/>
          <p:cNvSpPr/>
          <p:nvPr/>
        </p:nvSpPr>
        <p:spPr>
          <a:xfrm>
            <a:off x="548640" y="411480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Shape 10"/>
          <p:cNvSpPr/>
          <p:nvPr/>
        </p:nvSpPr>
        <p:spPr>
          <a:xfrm>
            <a:off x="822960" y="43891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pic>
        <p:nvPicPr>
          <p:cNvPr id="32" name="Image 3" descr="clr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509821"/>
            <a:ext cx="307238" cy="307238"/>
          </a:xfrm>
          <a:prstGeom prst="rect">
            <a:avLst/>
          </a:prstGeom>
        </p:spPr>
      </p:pic>
      <p:sp>
        <p:nvSpPr>
          <p:cNvPr id="34" name="Text 11"/>
          <p:cNvSpPr/>
          <p:nvPr/>
        </p:nvSpPr>
        <p:spPr>
          <a:xfrm>
            <a:off x="1554480" y="4389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36" name="Text 12"/>
          <p:cNvSpPr/>
          <p:nvPr/>
        </p:nvSpPr>
        <p:spPr>
          <a:xfrm>
            <a:off x="822960" y="4835357"/>
            <a:ext cx="4800600" cy="1108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 </a:t>
            </a: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Reduces Redundancy</a:t>
            </a:r>
            <a:endParaRPr lang="en-US" dirty="0">
              <a:solidFill>
                <a:srgbClr val="444444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Normalizing entities like SKILLS into their own table avoids repeated, inconsistent data</a:t>
            </a:r>
            <a:endParaRPr lang="en-US" sz="1600" dirty="0"/>
          </a:p>
        </p:txBody>
      </p:sp>
      <p:sp>
        <p:nvSpPr>
          <p:cNvPr id="38" name="Shape 13"/>
          <p:cNvSpPr/>
          <p:nvPr/>
        </p:nvSpPr>
        <p:spPr>
          <a:xfrm>
            <a:off x="6172200" y="411480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Shape 14"/>
          <p:cNvSpPr/>
          <p:nvPr/>
        </p:nvSpPr>
        <p:spPr>
          <a:xfrm>
            <a:off x="6446520" y="43891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pic>
        <p:nvPicPr>
          <p:cNvPr id="42" name="Image 4" descr="clr_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221" y="4509821"/>
            <a:ext cx="307238" cy="307238"/>
          </a:xfrm>
          <a:prstGeom prst="rect">
            <a:avLst/>
          </a:prstGeom>
        </p:spPr>
      </p:pic>
      <p:sp>
        <p:nvSpPr>
          <p:cNvPr id="44" name="Text 16"/>
          <p:cNvSpPr/>
          <p:nvPr/>
        </p:nvSpPr>
        <p:spPr>
          <a:xfrm>
            <a:off x="6446520" y="4835357"/>
            <a:ext cx="4800600" cy="11082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  Simplifies Implementation</a:t>
            </a:r>
            <a:endParaRPr lang="en-US" sz="1600" dirty="0">
              <a:solidFill>
                <a:srgbClr val="444444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clear E-R model translates directly into CREATE TABLE statements with minimal rework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31810" y="978409"/>
            <a:ext cx="11871137" cy="5387667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6304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Primary Keys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6" name="Text 0"/>
          <p:cNvSpPr/>
          <p:nvPr/>
        </p:nvSpPr>
        <p:spPr>
          <a:xfrm>
            <a:off x="798652" y="987552"/>
            <a:ext cx="10859947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72" name="Text 33"/>
          <p:cNvSpPr/>
          <p:nvPr/>
        </p:nvSpPr>
        <p:spPr>
          <a:xfrm>
            <a:off x="548640" y="5430495"/>
            <a:ext cx="10625874" cy="7639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Note</a:t>
            </a:r>
            <a:r>
              <a:rPr lang="en-US" sz="1150" b="1" i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:</a:t>
            </a:r>
            <a:r>
              <a:rPr lang="en-US" sz="1150" i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</a:t>
            </a:r>
            <a:r>
              <a:rPr lang="en-IN" sz="1200" dirty="0"/>
              <a:t>No composite keys are needed here, since each entity has a unique identifier.</a:t>
            </a:r>
            <a:endParaRPr lang="en-US" sz="1150" dirty="0"/>
          </a:p>
        </p:txBody>
      </p:sp>
      <p:sp>
        <p:nvSpPr>
          <p:cNvPr id="74" name="Shape 1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B4229F"/>
          </a:solidFill>
        </p:spPr>
        <p:txBody>
          <a:bodyPr/>
          <a:lstStyle/>
          <a:p>
            <a:endParaRPr lang="en-IN"/>
          </a:p>
        </p:txBody>
      </p:sp>
      <p:sp>
        <p:nvSpPr>
          <p:cNvPr id="76" name="Text 2"/>
          <p:cNvSpPr/>
          <p:nvPr/>
        </p:nvSpPr>
        <p:spPr>
          <a:xfrm>
            <a:off x="548640" y="178308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Table</a:t>
            </a:r>
            <a:endParaRPr lang="en-US" sz="1800" dirty="0"/>
          </a:p>
        </p:txBody>
      </p:sp>
      <p:sp>
        <p:nvSpPr>
          <p:cNvPr id="78" name="Text 3"/>
          <p:cNvSpPr/>
          <p:nvPr/>
        </p:nvSpPr>
        <p:spPr>
          <a:xfrm>
            <a:off x="4663440" y="178308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Primary Key</a:t>
            </a:r>
            <a:endParaRPr lang="en-US" sz="1800" dirty="0"/>
          </a:p>
        </p:txBody>
      </p:sp>
      <p:sp>
        <p:nvSpPr>
          <p:cNvPr id="80" name="Text 4"/>
          <p:cNvSpPr/>
          <p:nvPr/>
        </p:nvSpPr>
        <p:spPr>
          <a:xfrm>
            <a:off x="8595360" y="1783080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Type</a:t>
            </a:r>
            <a:endParaRPr lang="en-US" sz="1800" dirty="0"/>
          </a:p>
        </p:txBody>
      </p:sp>
      <p:sp>
        <p:nvSpPr>
          <p:cNvPr id="82" name="Shape 5"/>
          <p:cNvSpPr/>
          <p:nvPr/>
        </p:nvSpPr>
        <p:spPr>
          <a:xfrm>
            <a:off x="535258" y="2240280"/>
            <a:ext cx="11064240" cy="420624"/>
          </a:xfrm>
          <a:prstGeom prst="rect">
            <a:avLst/>
          </a:prstGeom>
          <a:solidFill>
            <a:srgbClr val="E6C0D7"/>
          </a:solidFill>
          <a:ln w="6350">
            <a:solidFill>
              <a:srgbClr val="D0D6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4" name="Text 6"/>
          <p:cNvSpPr/>
          <p:nvPr/>
        </p:nvSpPr>
        <p:spPr>
          <a:xfrm>
            <a:off x="548640" y="2240280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USER</a:t>
            </a:r>
          </a:p>
        </p:txBody>
      </p:sp>
      <p:sp>
        <p:nvSpPr>
          <p:cNvPr id="86" name="Text 7"/>
          <p:cNvSpPr/>
          <p:nvPr/>
        </p:nvSpPr>
        <p:spPr>
          <a:xfrm>
            <a:off x="4663440" y="2240280"/>
            <a:ext cx="3931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1B1B1B"/>
                </a:solidFill>
                <a:latin typeface="Courier New" panose="02070309020205020404" pitchFamily="34" charset="0"/>
                <a:cs typeface="Courier New" panose="02070309020205020404" pitchFamily="34" charset="-120"/>
              </a:rPr>
              <a:t>User_id</a:t>
            </a:r>
            <a:endParaRPr lang="en-US" sz="1600" dirty="0"/>
          </a:p>
        </p:txBody>
      </p:sp>
      <p:sp>
        <p:nvSpPr>
          <p:cNvPr id="88" name="Text 8"/>
          <p:cNvSpPr/>
          <p:nvPr/>
        </p:nvSpPr>
        <p:spPr>
          <a:xfrm>
            <a:off x="8595360" y="2240280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1B1B1B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Simple,Auto</a:t>
            </a: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increment</a:t>
            </a:r>
            <a:endParaRPr lang="en-US" sz="1600" dirty="0"/>
          </a:p>
        </p:txBody>
      </p:sp>
      <p:sp>
        <p:nvSpPr>
          <p:cNvPr id="90" name="Shape 9"/>
          <p:cNvSpPr/>
          <p:nvPr/>
        </p:nvSpPr>
        <p:spPr>
          <a:xfrm>
            <a:off x="548640" y="2660904"/>
            <a:ext cx="11064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6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10"/>
          <p:cNvSpPr/>
          <p:nvPr/>
        </p:nvSpPr>
        <p:spPr>
          <a:xfrm>
            <a:off x="548640" y="2660904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34" charset="-120"/>
              </a:rPr>
              <a:t>COLLECTION_REQUEST</a:t>
            </a:r>
            <a:endParaRPr lang="en-US" sz="1600" dirty="0"/>
          </a:p>
        </p:txBody>
      </p:sp>
      <p:sp>
        <p:nvSpPr>
          <p:cNvPr id="94" name="Text 11"/>
          <p:cNvSpPr/>
          <p:nvPr/>
        </p:nvSpPr>
        <p:spPr>
          <a:xfrm>
            <a:off x="4663440" y="2660904"/>
            <a:ext cx="3931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1B1B1B"/>
                </a:solidFill>
                <a:latin typeface="Courier New" panose="02070309020205020404" pitchFamily="34" charset="0"/>
                <a:cs typeface="Courier New" panose="02070309020205020404" pitchFamily="34" charset="-120"/>
              </a:rPr>
              <a:t>Request_id</a:t>
            </a:r>
            <a:endParaRPr lang="en-US" sz="1600" dirty="0"/>
          </a:p>
        </p:txBody>
      </p:sp>
      <p:sp>
        <p:nvSpPr>
          <p:cNvPr id="96" name="Text 12"/>
          <p:cNvSpPr/>
          <p:nvPr/>
        </p:nvSpPr>
        <p:spPr>
          <a:xfrm>
            <a:off x="8595360" y="2660904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Simple, auto-increment</a:t>
            </a:r>
            <a:endParaRPr lang="en-US" sz="1600" dirty="0"/>
          </a:p>
        </p:txBody>
      </p:sp>
      <p:sp>
        <p:nvSpPr>
          <p:cNvPr id="98" name="Shape 13"/>
          <p:cNvSpPr/>
          <p:nvPr/>
        </p:nvSpPr>
        <p:spPr>
          <a:xfrm>
            <a:off x="548640" y="3095186"/>
            <a:ext cx="11064240" cy="420624"/>
          </a:xfrm>
          <a:prstGeom prst="rect">
            <a:avLst/>
          </a:prstGeom>
          <a:solidFill>
            <a:srgbClr val="E6C0D7"/>
          </a:solidFill>
          <a:ln w="6350">
            <a:solidFill>
              <a:srgbClr val="D0D6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0" name="Text 14"/>
          <p:cNvSpPr/>
          <p:nvPr/>
        </p:nvSpPr>
        <p:spPr>
          <a:xfrm>
            <a:off x="548640" y="3081528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34" charset="-120"/>
              </a:rPr>
              <a:t>COLLECTOR</a:t>
            </a:r>
            <a:endParaRPr lang="en-US" sz="1600" dirty="0"/>
          </a:p>
        </p:txBody>
      </p:sp>
      <p:sp>
        <p:nvSpPr>
          <p:cNvPr id="102" name="Text 15"/>
          <p:cNvSpPr/>
          <p:nvPr/>
        </p:nvSpPr>
        <p:spPr>
          <a:xfrm>
            <a:off x="4663440" y="3081528"/>
            <a:ext cx="3931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1B1B1B"/>
                </a:solidFill>
                <a:latin typeface="Courier New" panose="02070309020205020404" pitchFamily="34" charset="0"/>
                <a:cs typeface="Courier New" panose="02070309020205020404" pitchFamily="34" charset="-120"/>
              </a:rPr>
              <a:t>Collector_id</a:t>
            </a:r>
            <a:endParaRPr lang="en-US" sz="1600" dirty="0"/>
          </a:p>
        </p:txBody>
      </p:sp>
      <p:sp>
        <p:nvSpPr>
          <p:cNvPr id="104" name="Text 16"/>
          <p:cNvSpPr/>
          <p:nvPr/>
        </p:nvSpPr>
        <p:spPr>
          <a:xfrm>
            <a:off x="8595360" y="3081528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Simple, auto-increment</a:t>
            </a:r>
            <a:endParaRPr lang="en-US" sz="1600" dirty="0"/>
          </a:p>
        </p:txBody>
      </p:sp>
      <p:sp>
        <p:nvSpPr>
          <p:cNvPr id="106" name="Shape 17"/>
          <p:cNvSpPr/>
          <p:nvPr/>
        </p:nvSpPr>
        <p:spPr>
          <a:xfrm>
            <a:off x="548640" y="3502152"/>
            <a:ext cx="11064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6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8"/>
          <p:cNvSpPr/>
          <p:nvPr/>
        </p:nvSpPr>
        <p:spPr>
          <a:xfrm>
            <a:off x="548640" y="3502152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34" charset="-120"/>
              </a:rPr>
              <a:t>WASTE</a:t>
            </a:r>
            <a:endParaRPr lang="en-US" sz="1600" dirty="0"/>
          </a:p>
        </p:txBody>
      </p:sp>
      <p:sp>
        <p:nvSpPr>
          <p:cNvPr id="110" name="Text 19"/>
          <p:cNvSpPr/>
          <p:nvPr/>
        </p:nvSpPr>
        <p:spPr>
          <a:xfrm>
            <a:off x="4663440" y="3502152"/>
            <a:ext cx="3931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1B1B1B"/>
                </a:solidFill>
                <a:latin typeface="Courier New" panose="02070309020205020404" pitchFamily="34" charset="0"/>
                <a:cs typeface="Courier New" panose="02070309020205020404" pitchFamily="34" charset="-120"/>
              </a:rPr>
              <a:t>Waste_id</a:t>
            </a:r>
            <a:endParaRPr lang="en-US" sz="1600" dirty="0"/>
          </a:p>
        </p:txBody>
      </p:sp>
      <p:sp>
        <p:nvSpPr>
          <p:cNvPr id="112" name="Text 20"/>
          <p:cNvSpPr/>
          <p:nvPr/>
        </p:nvSpPr>
        <p:spPr>
          <a:xfrm>
            <a:off x="8595360" y="3502152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Simple, auto-increment</a:t>
            </a:r>
            <a:endParaRPr lang="en-US" sz="1600" dirty="0"/>
          </a:p>
        </p:txBody>
      </p:sp>
      <p:sp>
        <p:nvSpPr>
          <p:cNvPr id="114" name="Shape 21"/>
          <p:cNvSpPr/>
          <p:nvPr/>
        </p:nvSpPr>
        <p:spPr>
          <a:xfrm>
            <a:off x="548640" y="3922776"/>
            <a:ext cx="11064240" cy="420624"/>
          </a:xfrm>
          <a:prstGeom prst="rect">
            <a:avLst/>
          </a:prstGeom>
          <a:solidFill>
            <a:srgbClr val="E6C0D7"/>
          </a:solidFill>
          <a:ln w="6350">
            <a:solidFill>
              <a:srgbClr val="D0D6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22"/>
          <p:cNvSpPr/>
          <p:nvPr/>
        </p:nvSpPr>
        <p:spPr>
          <a:xfrm>
            <a:off x="548640" y="3922776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34" charset="-120"/>
              </a:rPr>
              <a:t>RECYCLING_CENTRE</a:t>
            </a:r>
            <a:endParaRPr lang="en-US" sz="1600" dirty="0"/>
          </a:p>
        </p:txBody>
      </p:sp>
      <p:sp>
        <p:nvSpPr>
          <p:cNvPr id="118" name="Text 23"/>
          <p:cNvSpPr/>
          <p:nvPr/>
        </p:nvSpPr>
        <p:spPr>
          <a:xfrm>
            <a:off x="4663440" y="3922776"/>
            <a:ext cx="3931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1B1B1B"/>
                </a:solidFill>
                <a:latin typeface="Courier New" panose="02070309020205020404" pitchFamily="34" charset="0"/>
                <a:cs typeface="Courier New" panose="02070309020205020404" pitchFamily="34" charset="-120"/>
              </a:rPr>
              <a:t>Center_id</a:t>
            </a:r>
            <a:endParaRPr lang="en-US" sz="1600" dirty="0"/>
          </a:p>
        </p:txBody>
      </p:sp>
      <p:sp>
        <p:nvSpPr>
          <p:cNvPr id="120" name="Text 24"/>
          <p:cNvSpPr/>
          <p:nvPr/>
        </p:nvSpPr>
        <p:spPr>
          <a:xfrm>
            <a:off x="8595360" y="3922776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Simple, auto-increment</a:t>
            </a:r>
            <a:endParaRPr lang="en-US" sz="1600" dirty="0"/>
          </a:p>
        </p:txBody>
      </p:sp>
      <p:sp>
        <p:nvSpPr>
          <p:cNvPr id="122" name="Shape 25"/>
          <p:cNvSpPr/>
          <p:nvPr/>
        </p:nvSpPr>
        <p:spPr>
          <a:xfrm>
            <a:off x="548640" y="4343400"/>
            <a:ext cx="11064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6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Text 26"/>
          <p:cNvSpPr/>
          <p:nvPr/>
        </p:nvSpPr>
        <p:spPr>
          <a:xfrm>
            <a:off x="548640" y="4343400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34" charset="-120"/>
              </a:rPr>
              <a:t>TRANSACTION</a:t>
            </a:r>
            <a:endParaRPr lang="en-US" sz="1600" dirty="0"/>
          </a:p>
        </p:txBody>
      </p:sp>
      <p:sp>
        <p:nvSpPr>
          <p:cNvPr id="126" name="Text 27"/>
          <p:cNvSpPr/>
          <p:nvPr/>
        </p:nvSpPr>
        <p:spPr>
          <a:xfrm>
            <a:off x="4663440" y="4343400"/>
            <a:ext cx="3931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1B1B1B"/>
                </a:solidFill>
                <a:latin typeface="Courier New" panose="02070309020205020404" pitchFamily="34" charset="0"/>
                <a:cs typeface="Courier New" panose="02070309020205020404" pitchFamily="34" charset="-120"/>
              </a:rPr>
              <a:t>Transaction_id</a:t>
            </a:r>
            <a:endParaRPr lang="en-US" sz="1600" dirty="0"/>
          </a:p>
        </p:txBody>
      </p:sp>
      <p:sp>
        <p:nvSpPr>
          <p:cNvPr id="128" name="Text 28"/>
          <p:cNvSpPr/>
          <p:nvPr/>
        </p:nvSpPr>
        <p:spPr>
          <a:xfrm>
            <a:off x="8595360" y="4343400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Simple, auto-increment</a:t>
            </a:r>
            <a:endParaRPr lang="en-US" sz="1600" dirty="0"/>
          </a:p>
        </p:txBody>
      </p:sp>
      <p:sp>
        <p:nvSpPr>
          <p:cNvPr id="132" name="Text 30"/>
          <p:cNvSpPr/>
          <p:nvPr/>
        </p:nvSpPr>
        <p:spPr>
          <a:xfrm>
            <a:off x="548640" y="4764024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4" name="Text 31"/>
          <p:cNvSpPr/>
          <p:nvPr/>
        </p:nvSpPr>
        <p:spPr>
          <a:xfrm>
            <a:off x="4663440" y="4764024"/>
            <a:ext cx="3931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6" name="Text 32"/>
          <p:cNvSpPr/>
          <p:nvPr/>
        </p:nvSpPr>
        <p:spPr>
          <a:xfrm>
            <a:off x="8595360" y="4764024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114" y="940906"/>
            <a:ext cx="11134845" cy="5451676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6304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Foreign Keys</a:t>
            </a:r>
            <a:endParaRPr lang="en-US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548640" y="1783080"/>
            <a:ext cx="11064240" cy="704088"/>
          </a:xfrm>
          <a:prstGeom prst="rect">
            <a:avLst/>
          </a:prstGeom>
          <a:solidFill>
            <a:srgbClr val="B4229F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/>
          <p:nvPr/>
        </p:nvSpPr>
        <p:spPr>
          <a:xfrm>
            <a:off x="548640" y="178308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Table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3840480" y="178308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Foreign Key Column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7132320" y="178308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35940" y="2323039"/>
            <a:ext cx="11064240" cy="941832"/>
          </a:xfrm>
          <a:prstGeom prst="rect">
            <a:avLst/>
          </a:prstGeom>
          <a:solidFill>
            <a:srgbClr val="E6C0D7"/>
          </a:solidFill>
          <a:ln w="6350">
            <a:solidFill>
              <a:srgbClr val="D0D6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6"/>
          <p:cNvSpPr/>
          <p:nvPr/>
        </p:nvSpPr>
        <p:spPr>
          <a:xfrm>
            <a:off x="548640" y="2240280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1600" dirty="0"/>
              <a:t>COLLECTION_REQUEST</a:t>
            </a:r>
            <a:endParaRPr lang="en-US" sz="1600" dirty="0"/>
          </a:p>
        </p:txBody>
      </p:sp>
      <p:sp>
        <p:nvSpPr>
          <p:cNvPr id="16" name="Text 7"/>
          <p:cNvSpPr/>
          <p:nvPr/>
        </p:nvSpPr>
        <p:spPr>
          <a:xfrm>
            <a:off x="3840480" y="2240280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1600" dirty="0" err="1"/>
              <a:t>user_id</a:t>
            </a:r>
            <a:endParaRPr lang="en-US" sz="1600" dirty="0"/>
          </a:p>
        </p:txBody>
      </p:sp>
      <p:sp>
        <p:nvSpPr>
          <p:cNvPr id="18" name="Text 8"/>
          <p:cNvSpPr/>
          <p:nvPr/>
        </p:nvSpPr>
        <p:spPr>
          <a:xfrm>
            <a:off x="7132320" y="2240280"/>
            <a:ext cx="44805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buNone/>
            </a:pPr>
            <a:r>
              <a:rPr lang="en-IN" sz="1600" dirty="0"/>
              <a:t>                          USER (</a:t>
            </a:r>
            <a:r>
              <a:rPr lang="en-IN" sz="1600" dirty="0" err="1"/>
              <a:t>user_id</a:t>
            </a:r>
            <a:r>
              <a:rPr lang="en-IN" sz="1600" dirty="0"/>
              <a:t>)</a:t>
            </a:r>
          </a:p>
        </p:txBody>
      </p:sp>
      <p:sp>
        <p:nvSpPr>
          <p:cNvPr id="20" name="Shape 9"/>
          <p:cNvSpPr/>
          <p:nvPr/>
        </p:nvSpPr>
        <p:spPr>
          <a:xfrm>
            <a:off x="535940" y="2697480"/>
            <a:ext cx="11076940" cy="7406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6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0"/>
          <p:cNvSpPr/>
          <p:nvPr/>
        </p:nvSpPr>
        <p:spPr>
          <a:xfrm>
            <a:off x="548640" y="2715768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1600" dirty="0"/>
              <a:t>WASTE</a:t>
            </a:r>
            <a:endParaRPr lang="en-US" sz="1600" dirty="0"/>
          </a:p>
        </p:txBody>
      </p:sp>
      <p:sp>
        <p:nvSpPr>
          <p:cNvPr id="24" name="Text 11"/>
          <p:cNvSpPr/>
          <p:nvPr/>
        </p:nvSpPr>
        <p:spPr>
          <a:xfrm>
            <a:off x="3840480" y="2715768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1600" dirty="0" err="1"/>
              <a:t>request_id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7132320" y="2715768"/>
            <a:ext cx="44805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1600" dirty="0"/>
              <a:t>COLLECTION_REQUEST (</a:t>
            </a:r>
            <a:r>
              <a:rPr lang="en-IN" sz="1600" dirty="0" err="1"/>
              <a:t>request_id</a:t>
            </a:r>
            <a:r>
              <a:rPr lang="en-IN" sz="1600" dirty="0"/>
              <a:t>)</a:t>
            </a:r>
            <a:endParaRPr lang="en-US" sz="1600" dirty="0"/>
          </a:p>
        </p:txBody>
      </p:sp>
      <p:sp>
        <p:nvSpPr>
          <p:cNvPr id="28" name="Shape 13"/>
          <p:cNvSpPr/>
          <p:nvPr/>
        </p:nvSpPr>
        <p:spPr>
          <a:xfrm>
            <a:off x="548640" y="3191256"/>
            <a:ext cx="11064240" cy="847344"/>
          </a:xfrm>
          <a:prstGeom prst="rect">
            <a:avLst/>
          </a:prstGeom>
          <a:solidFill>
            <a:srgbClr val="E6C0D7"/>
          </a:solidFill>
          <a:ln w="6350">
            <a:solidFill>
              <a:srgbClr val="D0D6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14"/>
          <p:cNvSpPr/>
          <p:nvPr/>
        </p:nvSpPr>
        <p:spPr>
          <a:xfrm>
            <a:off x="548640" y="3191256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1600" dirty="0"/>
              <a:t>TRANSACTION</a:t>
            </a:r>
            <a:endParaRPr lang="en-US" sz="1600" dirty="0"/>
          </a:p>
        </p:txBody>
      </p:sp>
      <p:sp>
        <p:nvSpPr>
          <p:cNvPr id="32" name="Text 15"/>
          <p:cNvSpPr/>
          <p:nvPr/>
        </p:nvSpPr>
        <p:spPr>
          <a:xfrm>
            <a:off x="3840480" y="3191256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1600" dirty="0" err="1"/>
              <a:t>collector_id</a:t>
            </a:r>
            <a:endParaRPr lang="en-US" sz="1600" dirty="0"/>
          </a:p>
        </p:txBody>
      </p:sp>
      <p:sp>
        <p:nvSpPr>
          <p:cNvPr id="34" name="Text 16"/>
          <p:cNvSpPr/>
          <p:nvPr/>
        </p:nvSpPr>
        <p:spPr>
          <a:xfrm>
            <a:off x="7132320" y="3191256"/>
            <a:ext cx="44805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1600" dirty="0"/>
              <a:t>COLLECTOR (</a:t>
            </a:r>
            <a:r>
              <a:rPr lang="en-IN" sz="1600" dirty="0" err="1"/>
              <a:t>collector_id</a:t>
            </a:r>
            <a:r>
              <a:rPr lang="en-IN" sz="1600" dirty="0"/>
              <a:t>)</a:t>
            </a:r>
            <a:endParaRPr lang="en-US" sz="1600" dirty="0"/>
          </a:p>
        </p:txBody>
      </p:sp>
      <p:sp>
        <p:nvSpPr>
          <p:cNvPr id="36" name="Shape 17"/>
          <p:cNvSpPr/>
          <p:nvPr/>
        </p:nvSpPr>
        <p:spPr>
          <a:xfrm>
            <a:off x="535940" y="3686556"/>
            <a:ext cx="110642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18"/>
          <p:cNvSpPr/>
          <p:nvPr/>
        </p:nvSpPr>
        <p:spPr>
          <a:xfrm>
            <a:off x="548640" y="3666744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1600" dirty="0"/>
              <a:t>TRANSACTION</a:t>
            </a:r>
            <a:endParaRPr lang="en-US" sz="1600" dirty="0"/>
          </a:p>
        </p:txBody>
      </p:sp>
      <p:sp>
        <p:nvSpPr>
          <p:cNvPr id="40" name="Text 19"/>
          <p:cNvSpPr/>
          <p:nvPr/>
        </p:nvSpPr>
        <p:spPr>
          <a:xfrm>
            <a:off x="3840480" y="3666744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1600" dirty="0" err="1"/>
              <a:t>center_id</a:t>
            </a:r>
            <a:endParaRPr lang="en-US" sz="1600" dirty="0"/>
          </a:p>
        </p:txBody>
      </p:sp>
      <p:sp>
        <p:nvSpPr>
          <p:cNvPr id="42" name="Text 20"/>
          <p:cNvSpPr/>
          <p:nvPr/>
        </p:nvSpPr>
        <p:spPr>
          <a:xfrm>
            <a:off x="7132320" y="3666744"/>
            <a:ext cx="44805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+mj-lt"/>
                <a:cs typeface="Courier New" panose="02070309020205020404" pitchFamily="34" charset="-120"/>
              </a:rPr>
              <a:t>RECYCLLING CENTER(</a:t>
            </a:r>
            <a:r>
              <a:rPr lang="en-US" sz="1600" dirty="0" err="1">
                <a:solidFill>
                  <a:srgbClr val="1B1B1B"/>
                </a:solidFill>
                <a:latin typeface="+mj-lt"/>
                <a:cs typeface="Courier New" panose="02070309020205020404" pitchFamily="34" charset="-120"/>
              </a:rPr>
              <a:t>center_id</a:t>
            </a:r>
            <a:r>
              <a:rPr lang="en-US" sz="1600" dirty="0">
                <a:solidFill>
                  <a:srgbClr val="1B1B1B"/>
                </a:solidFill>
                <a:latin typeface="+mj-lt"/>
                <a:cs typeface="Courier New" panose="02070309020205020404" pitchFamily="34" charset="-120"/>
              </a:rPr>
              <a:t>)</a:t>
            </a:r>
            <a:endParaRPr lang="en-US" sz="1600" dirty="0">
              <a:latin typeface="+mj-lt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3840480" y="4142232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0" name="Text 24"/>
          <p:cNvSpPr/>
          <p:nvPr/>
        </p:nvSpPr>
        <p:spPr>
          <a:xfrm>
            <a:off x="7132320" y="4142232"/>
            <a:ext cx="44805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0" name="Text 29"/>
          <p:cNvSpPr/>
          <p:nvPr/>
        </p:nvSpPr>
        <p:spPr>
          <a:xfrm>
            <a:off x="548640" y="5321808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en-IN" dirty="0"/>
              <a:t>This ensures no orphan records — for example, you can’t log waste without a valid request, or a transaction without a valid collector/</a:t>
            </a:r>
            <a:r>
              <a:rPr lang="en-IN" dirty="0" err="1"/>
              <a:t>center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22555" y="1067881"/>
            <a:ext cx="6209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34" charset="-120"/>
              </a:rPr>
              <a:t>Relational Schema</a:t>
            </a:r>
            <a:endParaRPr lang="en-US" sz="2400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1022555" y="1500000"/>
            <a:ext cx="6215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Reverse-engineered directly from the live MySQL schema</a:t>
            </a:r>
            <a:endParaRPr lang="en-US" sz="1800" dirty="0"/>
          </a:p>
          <a:p>
            <a:endParaRPr lang="en-US" sz="1800" dirty="0"/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9CBAD56-F1BB-1B94-D5F2-336E62A98343}"/>
                  </a:ext>
                </a:extLst>
              </p14:cNvPr>
              <p14:cNvContentPartPr/>
              <p14:nvPr/>
            </p14:nvContentPartPr>
            <p14:xfrm>
              <a:off x="6756060" y="2628580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9CBAD56-F1BB-1B94-D5F2-336E62A983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02420" y="252094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95FB672-B727-D50A-E2A2-62EB5FAE2E5C}"/>
                  </a:ext>
                </a:extLst>
              </p14:cNvPr>
              <p14:cNvContentPartPr/>
              <p14:nvPr/>
            </p14:nvContentPartPr>
            <p14:xfrm>
              <a:off x="1930260" y="1980940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95FB672-B727-D50A-E2A2-62EB5FAE2E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6260" y="18733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9D1EFDA-1343-FB16-B274-0155C641F2B2}"/>
                  </a:ext>
                </a:extLst>
              </p14:cNvPr>
              <p14:cNvContentPartPr/>
              <p14:nvPr/>
            </p14:nvContentPartPr>
            <p14:xfrm>
              <a:off x="3670140" y="3632000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9D1EFDA-1343-FB16-B274-0155C641F2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16140" y="352436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ED46720-A249-D554-95D1-69DFF50AA5E7}"/>
                  </a:ext>
                </a:extLst>
              </p14:cNvPr>
              <p14:cNvContentPartPr/>
              <p14:nvPr/>
            </p14:nvContentPartPr>
            <p14:xfrm>
              <a:off x="13588860" y="3466760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ED46720-A249-D554-95D1-69DFF50AA5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34860" y="33591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B2252D2-D6C8-2020-031F-EF436069AAC3}"/>
                  </a:ext>
                </a:extLst>
              </p14:cNvPr>
              <p14:cNvContentPartPr/>
              <p14:nvPr/>
            </p14:nvContentPartPr>
            <p14:xfrm>
              <a:off x="13588860" y="3466760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B2252D2-D6C8-2020-031F-EF436069AA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34860" y="33591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6DB81A4-D118-4642-9016-14F6348F5EFA}"/>
                  </a:ext>
                </a:extLst>
              </p14:cNvPr>
              <p14:cNvContentPartPr/>
              <p14:nvPr/>
            </p14:nvContentPartPr>
            <p14:xfrm>
              <a:off x="12191700" y="3060680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6DB81A4-D118-4642-9016-14F6348F5E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38060" y="29526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A8E2F84-E01E-2A60-475E-24FA12FD6D30}"/>
                  </a:ext>
                </a:extLst>
              </p14:cNvPr>
              <p14:cNvContentPartPr/>
              <p14:nvPr/>
            </p14:nvContentPartPr>
            <p14:xfrm>
              <a:off x="8290740" y="3060680"/>
              <a:ext cx="3901320" cy="4618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A8E2F84-E01E-2A60-475E-24FA12FD6D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37100" y="2952680"/>
                <a:ext cx="4008960" cy="67752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D86911A0-5C87-413C-4C61-FF3FD191F2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2555" y="1869332"/>
            <a:ext cx="10146171" cy="46690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90308" y="1053296"/>
            <a:ext cx="11088547" cy="5590572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6304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Main Queries — Overview</a:t>
            </a:r>
            <a:endParaRPr lang="en-US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548640" y="1883945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822960" y="21031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Image 1" descr="clr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2223821"/>
            <a:ext cx="307238" cy="30723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554480" y="2103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600" dirty="0"/>
              <a:t>Users &amp; Materials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822960" y="2788920"/>
            <a:ext cx="4800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tables: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CollectionRecord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 every contributor alongside the materials they recycle (plastic, paper, e‑waste, etc.).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6172200" y="182880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Shape 6"/>
          <p:cNvSpPr/>
          <p:nvPr/>
        </p:nvSpPr>
        <p:spPr>
          <a:xfrm>
            <a:off x="6446520" y="21031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pic>
        <p:nvPicPr>
          <p:cNvPr id="18" name="Image 2" descr="cl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21" y="2223821"/>
            <a:ext cx="307238" cy="307238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7178040" y="2103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600" dirty="0"/>
              <a:t>Collection Tracking</a:t>
            </a:r>
            <a:endParaRPr lang="en-US" sz="1500" dirty="0"/>
          </a:p>
        </p:txBody>
      </p:sp>
      <p:sp>
        <p:nvSpPr>
          <p:cNvPr id="22" name="Text 8"/>
          <p:cNvSpPr/>
          <p:nvPr/>
        </p:nvSpPr>
        <p:spPr>
          <a:xfrm>
            <a:off x="6446520" y="2788920"/>
            <a:ext cx="4800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total quantity recycled per user.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timestamps,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location, and transport details.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monitoring recycling frequency.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9"/>
          <p:cNvSpPr/>
          <p:nvPr/>
        </p:nvSpPr>
        <p:spPr>
          <a:xfrm>
            <a:off x="513145" y="402336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Shape 10"/>
          <p:cNvSpPr/>
          <p:nvPr/>
        </p:nvSpPr>
        <p:spPr>
          <a:xfrm>
            <a:off x="822960" y="42519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pic>
        <p:nvPicPr>
          <p:cNvPr id="28" name="Image 3" descr="clr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372661"/>
            <a:ext cx="307238" cy="307238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1554480" y="425196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600" dirty="0" err="1"/>
              <a:t>Center</a:t>
            </a:r>
            <a:r>
              <a:rPr lang="en-IN" sz="1600" dirty="0"/>
              <a:t> Capacity Ranking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822960" y="4937760"/>
            <a:ext cx="4800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Ranks recycling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current load vs. capacity.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needing urgent transport or processing first.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efficient logistics planning.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3"/>
          <p:cNvSpPr/>
          <p:nvPr/>
        </p:nvSpPr>
        <p:spPr>
          <a:xfrm>
            <a:off x="6172200" y="397764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sp>
        <p:nvSpPr>
          <p:cNvPr id="36" name="Shape 14"/>
          <p:cNvSpPr/>
          <p:nvPr/>
        </p:nvSpPr>
        <p:spPr>
          <a:xfrm>
            <a:off x="6446520" y="42519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5A3D5"/>
          </a:solidFill>
        </p:spPr>
        <p:txBody>
          <a:bodyPr/>
          <a:lstStyle/>
          <a:p>
            <a:endParaRPr lang="en-IN"/>
          </a:p>
        </p:txBody>
      </p:sp>
      <p:pic>
        <p:nvPicPr>
          <p:cNvPr id="38" name="Image 4" descr="clr_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221" y="4372661"/>
            <a:ext cx="307238" cy="307238"/>
          </a:xfrm>
          <a:prstGeom prst="rect">
            <a:avLst/>
          </a:prstGeom>
        </p:spPr>
      </p:pic>
      <p:sp>
        <p:nvSpPr>
          <p:cNvPr id="40" name="Text 15"/>
          <p:cNvSpPr/>
          <p:nvPr/>
        </p:nvSpPr>
        <p:spPr>
          <a:xfrm>
            <a:off x="7178040" y="425196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600" dirty="0"/>
              <a:t>CRUD Operations</a:t>
            </a:r>
            <a:endParaRPr lang="en-US" sz="1500" dirty="0"/>
          </a:p>
        </p:txBody>
      </p:sp>
      <p:sp>
        <p:nvSpPr>
          <p:cNvPr id="42" name="Text 16"/>
          <p:cNvSpPr/>
          <p:nvPr/>
        </p:nvSpPr>
        <p:spPr>
          <a:xfrm>
            <a:off x="6446520" y="4937760"/>
            <a:ext cx="4800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 records of recycled materials.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updates on user profiles, material logs,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real‑time accuracy of the system.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4552" y="932688"/>
            <a:ext cx="11298328" cy="5075464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6304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Query 1: </a:t>
            </a:r>
            <a:r>
              <a:rPr lang="en-IN" b="1" dirty="0">
                <a:solidFill>
                  <a:srgbClr val="002060"/>
                </a:solidFill>
              </a:rPr>
              <a:t>Recycling Items and Categories</a:t>
            </a:r>
            <a:endParaRPr lang="en-US" b="1" dirty="0">
              <a:solidFill>
                <a:srgbClr val="002060"/>
              </a:solidFill>
            </a:endParaRP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548640" y="1608882"/>
            <a:ext cx="11064240" cy="1509222"/>
          </a:xfrm>
          <a:prstGeom prst="roundRect">
            <a:avLst>
              <a:gd name="adj" fmla="val 3125"/>
            </a:avLst>
          </a:prstGeom>
          <a:solidFill>
            <a:srgbClr val="1E2B33"/>
          </a:solidFill>
        </p:spPr>
        <p:txBody>
          <a:bodyPr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</a:t>
            </a:r>
            <a:r>
              <a:rPr lang="en-US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r.item_name</a:t>
            </a:r>
            <a:r>
              <a:rPr lang="en-US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c.category_name</a:t>
            </a:r>
            <a:r>
              <a:rPr lang="en-US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r.quantity</a:t>
            </a:r>
            <a:r>
              <a:rPr lang="en-US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r.status</a:t>
            </a:r>
            <a:endParaRPr lang="en-US" dirty="0">
              <a:solidFill>
                <a:srgbClr val="D8E8E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RECYCLING_ITEMS 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CATEGORIES c ON </a:t>
            </a:r>
            <a:r>
              <a:rPr lang="en-US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r.category_id</a:t>
            </a:r>
            <a:r>
              <a:rPr lang="en-US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</a:t>
            </a:r>
            <a:r>
              <a:rPr lang="en-US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c.category_id</a:t>
            </a:r>
            <a:endParaRPr lang="en-US" dirty="0">
              <a:solidFill>
                <a:srgbClr val="D8E8E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ORDER BY </a:t>
            </a:r>
            <a:r>
              <a:rPr lang="en-US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c.category_name</a:t>
            </a:r>
            <a:r>
              <a:rPr lang="en-US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r.item_name</a:t>
            </a:r>
            <a:r>
              <a:rPr lang="en-US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</a:p>
        </p:txBody>
      </p:sp>
      <p:sp>
        <p:nvSpPr>
          <p:cNvPr id="6" name="Text 3"/>
          <p:cNvSpPr/>
          <p:nvPr/>
        </p:nvSpPr>
        <p:spPr>
          <a:xfrm>
            <a:off x="1849120" y="6002633"/>
            <a:ext cx="1513840" cy="3636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9"/>
          <p:cNvSpPr/>
          <p:nvPr/>
        </p:nvSpPr>
        <p:spPr>
          <a:xfrm>
            <a:off x="8778240" y="3749040"/>
            <a:ext cx="2834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proficiency</a:t>
            </a:r>
            <a:endParaRPr lang="en-US" sz="105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E47648-C402-31E3-956A-111A9E110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530095"/>
              </p:ext>
            </p:extLst>
          </p:nvPr>
        </p:nvGraphicFramePr>
        <p:xfrm>
          <a:off x="548640" y="3794297"/>
          <a:ext cx="9966960" cy="220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91740">
                  <a:extLst>
                    <a:ext uri="{9D8B030D-6E8A-4147-A177-3AD203B41FA5}">
                      <a16:colId xmlns:a16="http://schemas.microsoft.com/office/drawing/2014/main" val="1600794861"/>
                    </a:ext>
                  </a:extLst>
                </a:gridCol>
                <a:gridCol w="2491740">
                  <a:extLst>
                    <a:ext uri="{9D8B030D-6E8A-4147-A177-3AD203B41FA5}">
                      <a16:colId xmlns:a16="http://schemas.microsoft.com/office/drawing/2014/main" val="745617355"/>
                    </a:ext>
                  </a:extLst>
                </a:gridCol>
                <a:gridCol w="2491740">
                  <a:extLst>
                    <a:ext uri="{9D8B030D-6E8A-4147-A177-3AD203B41FA5}">
                      <a16:colId xmlns:a16="http://schemas.microsoft.com/office/drawing/2014/main" val="1562518873"/>
                    </a:ext>
                  </a:extLst>
                </a:gridCol>
                <a:gridCol w="2491740">
                  <a:extLst>
                    <a:ext uri="{9D8B030D-6E8A-4147-A177-3AD203B41FA5}">
                      <a16:colId xmlns:a16="http://schemas.microsoft.com/office/drawing/2014/main" val="581853986"/>
                    </a:ext>
                  </a:extLst>
                </a:gridCol>
              </a:tblGrid>
              <a:tr h="36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item_name</a:t>
                      </a:r>
                      <a:endParaRPr lang="en-IN" dirty="0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category_name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014706"/>
                  </a:ext>
                </a:extLst>
              </a:tr>
              <a:tr h="36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Plastic Bag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Plastic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Collected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120283"/>
                  </a:ext>
                </a:extLst>
              </a:tr>
              <a:tr h="36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Bottle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Plastic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674503"/>
                  </a:ext>
                </a:extLst>
              </a:tr>
              <a:tr h="36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Newspaper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Collected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466289"/>
                  </a:ext>
                </a:extLst>
              </a:tr>
              <a:tr h="36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Cardboard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463382"/>
                  </a:ext>
                </a:extLst>
              </a:tr>
              <a:tr h="36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Tin 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Metal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Collected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03676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C4F049-533F-27EF-A973-B08799FC0365}"/>
              </a:ext>
            </a:extLst>
          </p:cNvPr>
          <p:cNvSpPr txBox="1"/>
          <p:nvPr/>
        </p:nvSpPr>
        <p:spPr>
          <a:xfrm>
            <a:off x="431800" y="3276600"/>
            <a:ext cx="271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RESULT: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70390" y="1147746"/>
            <a:ext cx="10971835" cy="5232463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Query</a:t>
            </a:r>
            <a:r>
              <a:rPr lang="en-US" b="1" dirty="0">
                <a:solidFill>
                  <a:srgbClr val="06304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2:</a:t>
            </a:r>
            <a:r>
              <a:rPr lang="en-IN" dirty="0"/>
              <a:t>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Recycling Efficiency Percentage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11064240" cy="2176272"/>
          </a:xfrm>
          <a:prstGeom prst="roundRect">
            <a:avLst>
              <a:gd name="adj" fmla="val 2101"/>
            </a:avLst>
          </a:prstGeom>
          <a:solidFill>
            <a:srgbClr val="1E2B33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/>
          <p:nvPr/>
        </p:nvSpPr>
        <p:spPr>
          <a:xfrm>
            <a:off x="685800" y="1828800"/>
            <a:ext cx="10789920" cy="1993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r.center_name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c.category_name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COUNT(*) AS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processed_items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(COUNT(*) + SUM(CASE WHEN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r.status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'Collected' THEN 1 ELSE 0 END)) AS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total_items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ROUND(COUNT(*) / (COUNT(*) + SUM(CASE WHEN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r.status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'Collected' THEN 1 ELSE 0 END)) * 100, 2) AS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efficiency_percentage</a:t>
            </a:r>
            <a:endParaRPr lang="en-US" sz="1100" dirty="0">
              <a:solidFill>
                <a:srgbClr val="D8E8E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RECYCLING_ITEMS 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CATEGORIES c ON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r.category_id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c.category_id</a:t>
            </a:r>
            <a:endParaRPr lang="en-US" sz="1100" dirty="0">
              <a:solidFill>
                <a:srgbClr val="D8E8E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GROUP BY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r.center_name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c.category_name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</a:p>
        </p:txBody>
      </p:sp>
      <p:sp>
        <p:nvSpPr>
          <p:cNvPr id="20" name="Text 9"/>
          <p:cNvSpPr/>
          <p:nvPr/>
        </p:nvSpPr>
        <p:spPr>
          <a:xfrm>
            <a:off x="6583680" y="4416552"/>
            <a:ext cx="1645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matched</a:t>
            </a:r>
            <a:endParaRPr lang="en-US" sz="1050" dirty="0"/>
          </a:p>
        </p:txBody>
      </p:sp>
      <p:sp>
        <p:nvSpPr>
          <p:cNvPr id="24" name="Text 11"/>
          <p:cNvSpPr/>
          <p:nvPr/>
        </p:nvSpPr>
        <p:spPr>
          <a:xfrm>
            <a:off x="8623300" y="5260611"/>
            <a:ext cx="1645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required</a:t>
            </a:r>
            <a:endParaRPr lang="en-US" sz="10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D5451-5709-71D4-7D36-006479978DB2}"/>
              </a:ext>
            </a:extLst>
          </p:cNvPr>
          <p:cNvSpPr txBox="1"/>
          <p:nvPr/>
        </p:nvSpPr>
        <p:spPr>
          <a:xfrm>
            <a:off x="548640" y="4005072"/>
            <a:ext cx="1889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RESULT: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80ADF0-AFF8-8F58-E542-511D3BBD3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429393"/>
              </p:ext>
            </p:extLst>
          </p:nvPr>
        </p:nvGraphicFramePr>
        <p:xfrm>
          <a:off x="685800" y="4416552"/>
          <a:ext cx="10668000" cy="2202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916098278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75814202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843308406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21989708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606988777"/>
                    </a:ext>
                  </a:extLst>
                </a:gridCol>
              </a:tblGrid>
              <a:tr h="440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center_name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processed_items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total_items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efficiency_%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697982"/>
                  </a:ext>
                </a:extLst>
              </a:tr>
              <a:tr h="440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GreenCycle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66.67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634987"/>
                  </a:ext>
                </a:extLst>
              </a:tr>
              <a:tr h="440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GreenCycle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648875"/>
                  </a:ext>
                </a:extLst>
              </a:tr>
              <a:tr h="440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EcoHub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345522"/>
                  </a:ext>
                </a:extLst>
              </a:tr>
              <a:tr h="440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EcoHub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Plastic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1558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30191" y="892634"/>
            <a:ext cx="11331615" cy="1783207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6304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Query 3: Final Ranking —  Result</a:t>
            </a:r>
            <a:endParaRPr lang="en-US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563879" y="1689100"/>
            <a:ext cx="11064240" cy="2197100"/>
          </a:xfrm>
          <a:prstGeom prst="roundRect">
            <a:avLst>
              <a:gd name="adj" fmla="val 0"/>
            </a:avLst>
          </a:prstGeom>
          <a:solidFill>
            <a:srgbClr val="1E2B33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/>
          <p:nvPr/>
        </p:nvSpPr>
        <p:spPr>
          <a:xfrm>
            <a:off x="701039" y="1451122"/>
            <a:ext cx="10789920" cy="252397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rc.center_name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c.category_name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r.efficiency_score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r.rank_label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GROUP_CONCAT(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r.item_name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SEPARATOR ', ') AS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recycled_items</a:t>
            </a:r>
            <a:endParaRPr lang="en-US" sz="1100" dirty="0">
              <a:solidFill>
                <a:srgbClr val="D8E8E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RANKINGS r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RECYCLING_ITEMS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ri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ON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r.item_id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ri.item_id</a:t>
            </a:r>
            <a:endParaRPr lang="en-US" sz="1100" dirty="0">
              <a:solidFill>
                <a:srgbClr val="D8E8E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CATEGORIES c ON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ri.category_id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c.category_id</a:t>
            </a:r>
            <a:endParaRPr lang="en-US" sz="1100" dirty="0">
              <a:solidFill>
                <a:srgbClr val="D8E8E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RECYCLING_CENTERS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rc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ON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ri.center_id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rc.center_id</a:t>
            </a:r>
            <a:endParaRPr lang="en-US" sz="1100" dirty="0">
              <a:solidFill>
                <a:srgbClr val="D8E8E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GROUP BY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rc.center_name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c.category_name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r.efficiency_score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r.rank_label</a:t>
            </a:r>
            <a:endParaRPr lang="en-US" sz="1100" dirty="0">
              <a:solidFill>
                <a:srgbClr val="D8E8E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ORDER BY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rc.center_name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r.efficiency_score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DESC;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D53365-8FF0-D891-093E-620DC69E0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524378"/>
              </p:ext>
            </p:extLst>
          </p:nvPr>
        </p:nvGraphicFramePr>
        <p:xfrm>
          <a:off x="563879" y="4380326"/>
          <a:ext cx="10789920" cy="20585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7984">
                  <a:extLst>
                    <a:ext uri="{9D8B030D-6E8A-4147-A177-3AD203B41FA5}">
                      <a16:colId xmlns:a16="http://schemas.microsoft.com/office/drawing/2014/main" val="737788228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857958896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1068921415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3748204769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3663303481"/>
                    </a:ext>
                  </a:extLst>
                </a:gridCol>
              </a:tblGrid>
              <a:tr h="411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center_name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efficiency_score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rank_label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recycled_items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070984"/>
                  </a:ext>
                </a:extLst>
              </a:tr>
              <a:tr h="411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GreenCycle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Bottle, Plastic Bag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7507515"/>
                  </a:ext>
                </a:extLst>
              </a:tr>
              <a:tr h="411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GreenCycle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Newspaper, Cardboard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57950"/>
                  </a:ext>
                </a:extLst>
              </a:tr>
              <a:tr h="411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EcoHub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Tin Can, Aluminum Foil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71872"/>
                  </a:ext>
                </a:extLst>
              </a:tr>
              <a:tr h="411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EcoHub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Needs Improvement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Bottle, Container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2287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55DDD47-69A4-0837-64BA-19E6A860FCC7}"/>
              </a:ext>
            </a:extLst>
          </p:cNvPr>
          <p:cNvSpPr txBox="1"/>
          <p:nvPr/>
        </p:nvSpPr>
        <p:spPr>
          <a:xfrm>
            <a:off x="563879" y="3886200"/>
            <a:ext cx="1125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00" b="1" dirty="0"/>
              <a:t>RESULT: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82769" y="1035970"/>
            <a:ext cx="8603357" cy="815980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06304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CRUD — Candidate Management</a:t>
            </a:r>
            <a:endParaRPr lang="en-US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548640" y="1783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pic>
        <p:nvPicPr>
          <p:cNvPr id="6" name="Image 1" descr="clr_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83664"/>
            <a:ext cx="256032" cy="25603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43000" y="176479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C7C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UPDATE</a:t>
            </a:r>
            <a:endParaRPr lang="en-US" sz="1500" dirty="0"/>
          </a:p>
        </p:txBody>
      </p:sp>
      <p:sp>
        <p:nvSpPr>
          <p:cNvPr id="10" name="Shape 3"/>
          <p:cNvSpPr/>
          <p:nvPr/>
        </p:nvSpPr>
        <p:spPr>
          <a:xfrm>
            <a:off x="1143000" y="2286000"/>
            <a:ext cx="9875520" cy="987552"/>
          </a:xfrm>
          <a:prstGeom prst="roundRect">
            <a:avLst>
              <a:gd name="adj" fmla="val 4630"/>
            </a:avLst>
          </a:prstGeom>
          <a:solidFill>
            <a:srgbClr val="1E2B33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4"/>
          <p:cNvSpPr/>
          <p:nvPr/>
        </p:nvSpPr>
        <p:spPr>
          <a:xfrm>
            <a:off x="1280160" y="2377440"/>
            <a:ext cx="960120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UPDATE RECYCLING_ITEMS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 status = 'Processed', quantity = 90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item_id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101;</a:t>
            </a:r>
          </a:p>
        </p:txBody>
      </p:sp>
      <p:sp>
        <p:nvSpPr>
          <p:cNvPr id="14" name="Text 5"/>
          <p:cNvSpPr/>
          <p:nvPr/>
        </p:nvSpPr>
        <p:spPr>
          <a:xfrm>
            <a:off x="1143000" y="3346704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1E7A46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Result: </a:t>
            </a:r>
            <a:r>
              <a:rPr lang="en-IN" sz="1200" dirty="0"/>
              <a:t>Plastic Bottles record updated — status changed to </a:t>
            </a:r>
            <a:r>
              <a:rPr lang="en-IN" sz="1200" i="1" dirty="0"/>
              <a:t>Processed</a:t>
            </a:r>
            <a:r>
              <a:rPr lang="en-IN" sz="1200" dirty="0"/>
              <a:t> and quantity adjusted.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Shape 6"/>
          <p:cNvSpPr/>
          <p:nvPr/>
        </p:nvSpPr>
        <p:spPr>
          <a:xfrm>
            <a:off x="548640" y="38679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6C0D7"/>
          </a:solidFill>
        </p:spPr>
        <p:txBody>
          <a:bodyPr/>
          <a:lstStyle/>
          <a:p>
            <a:endParaRPr lang="en-IN"/>
          </a:p>
        </p:txBody>
      </p:sp>
      <p:pic>
        <p:nvPicPr>
          <p:cNvPr id="18" name="Image 2" descr="clr_tr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968496"/>
            <a:ext cx="256032" cy="256032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1143000" y="3849624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C7C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DELETE</a:t>
            </a:r>
            <a:endParaRPr lang="en-US" sz="1500" dirty="0"/>
          </a:p>
        </p:txBody>
      </p:sp>
      <p:sp>
        <p:nvSpPr>
          <p:cNvPr id="22" name="Shape 8"/>
          <p:cNvSpPr/>
          <p:nvPr/>
        </p:nvSpPr>
        <p:spPr>
          <a:xfrm>
            <a:off x="1143000" y="4370832"/>
            <a:ext cx="9875520" cy="749808"/>
          </a:xfrm>
          <a:prstGeom prst="roundRect">
            <a:avLst>
              <a:gd name="adj" fmla="val 6098"/>
            </a:avLst>
          </a:prstGeom>
          <a:solidFill>
            <a:srgbClr val="1E2B33"/>
          </a:solidFill>
        </p:spPr>
        <p:txBody>
          <a:bodyPr/>
          <a:lstStyle/>
          <a:p>
            <a:endParaRPr lang="en-IN"/>
          </a:p>
        </p:txBody>
      </p:sp>
      <p:sp>
        <p:nvSpPr>
          <p:cNvPr id="24" name="Text 9"/>
          <p:cNvSpPr/>
          <p:nvPr/>
        </p:nvSpPr>
        <p:spPr>
          <a:xfrm>
            <a:off x="1280160" y="4462272"/>
            <a:ext cx="9601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DELETE FROM RECYCLING_ITEMS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</a:t>
            </a:r>
            <a:r>
              <a:rPr lang="en-US" sz="1100" dirty="0" err="1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item_name</a:t>
            </a:r>
            <a:r>
              <a:rPr lang="en-US" sz="1100" dirty="0">
                <a:solidFill>
                  <a:srgbClr val="D8E8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'Test Item';</a:t>
            </a:r>
          </a:p>
        </p:txBody>
      </p:sp>
      <p:sp>
        <p:nvSpPr>
          <p:cNvPr id="26" name="Text 10"/>
          <p:cNvSpPr/>
          <p:nvPr/>
        </p:nvSpPr>
        <p:spPr>
          <a:xfrm>
            <a:off x="1143000" y="5193792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7A46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Result: </a:t>
            </a:r>
            <a:r>
              <a:rPr lang="en-IN" sz="1200" dirty="0"/>
              <a:t>Test record removed — verified with a follow‑up </a:t>
            </a:r>
            <a:r>
              <a:rPr lang="en-IN" dirty="0"/>
              <a:t>SELECT</a:t>
            </a:r>
            <a:r>
              <a:rPr lang="en-IN" sz="1200" dirty="0"/>
              <a:t> returning 0 rows.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IN" sz="1100" b="1" dirty="0"/>
              <a:t>Note:</a:t>
            </a:r>
            <a:r>
              <a:rPr lang="en-IN" sz="1100" dirty="0"/>
              <a:t> If foreign key constraints exist (e.g., linked to </a:t>
            </a:r>
            <a:r>
              <a:rPr lang="en-IN" dirty="0"/>
              <a:t>CATEGORIES</a:t>
            </a:r>
            <a:r>
              <a:rPr lang="en-IN" sz="1100" dirty="0"/>
              <a:t> or </a:t>
            </a:r>
            <a:r>
              <a:rPr lang="en-IN" dirty="0"/>
              <a:t>RECYCLING_CENTERS</a:t>
            </a:r>
            <a:r>
              <a:rPr lang="en-IN" sz="1100" dirty="0"/>
              <a:t>), deletion will be blocked to prevent orphaned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63028" y="1091382"/>
            <a:ext cx="3255583" cy="70792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Conclusion</a:t>
            </a:r>
            <a:endParaRPr lang="en-US" u="sng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119" name="Rectangle 118"/>
          <p:cNvSpPr/>
          <p:nvPr/>
        </p:nvSpPr>
        <p:spPr>
          <a:xfrm>
            <a:off x="863028" y="1799303"/>
            <a:ext cx="11062800" cy="1796143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Recycling Management System provides a structured way to manage waste collection, transportation, and processing using a database‑driven approach.</a:t>
            </a:r>
          </a:p>
          <a:p>
            <a:pPr lvl="0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ensures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tracking of contributors, materials, and recycling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reducing manual errors and improving transparency.</a:t>
            </a:r>
          </a:p>
          <a:p>
            <a:pPr lvl="0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modules such as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 tracking, reward systems, and reporting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motivates citizens and organizations to participate actively in recycling.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3028" y="3788229"/>
            <a:ext cx="11062800" cy="1295400"/>
          </a:xfrm>
          <a:prstGeom prst="rect">
            <a:avLst/>
          </a:prstGeom>
          <a:solidFill>
            <a:srgbClr val="E6C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 of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keys, foreign keys, and cardinality relationships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guarantees data integrity and smooth connectivity between entities.</a:t>
            </a:r>
          </a:p>
          <a:p>
            <a:pPr lvl="0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promotes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sustainability, accountability, and better decision‑making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contributing to environmental protection and resource conservation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0" y="437321"/>
            <a:ext cx="9144000" cy="598335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5,&quot;left&quot;:343.74692913385826,&quot;top&quot;:172.35,&quot;width&quot;:583.205826771653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5,&quot;left&quot;:343.74692913385826,&quot;top&quot;:172.35,&quot;width&quot;:583.205826771653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5,&quot;left&quot;:343.74692913385826,&quot;top&quot;:172.35,&quot;width&quot;:583.205826771653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5,&quot;left&quot;:343.74692913385826,&quot;top&quot;:172.35,&quot;width&quot;:583.205826771653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5,&quot;left&quot;:343.74692913385826,&quot;top&quot;:172.35,&quot;width&quot;:583.205826771653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6.5,&quot;left&quot;:343.74692913385826,&quot;top&quot;:172.35,&quot;width&quot;:583.205826771653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7772440944882,&quot;left&quot;:-25.945511811023618,&quot;top&quot;:147.27275590551181,&quot;width&quot;:951.595511811023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7772440944882,&quot;left&quot;:-25.945511811023618,&quot;top&quot;:147.27275590551181,&quot;width&quot;:951.595511811023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7772440944882,&quot;left&quot;:-25.945511811023618,&quot;top&quot;:147.27275590551181,&quot;width&quot;:951.595511811023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7772440944882,&quot;left&quot;:-25.945511811023618,&quot;top&quot;:147.27275590551181,&quot;width&quot;:951.595511811023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7772440944882,&quot;left&quot;:-25.945511811023618,&quot;top&quot;:147.27275590551181,&quot;width&quot;:951.595511811023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1.7772440944882,&quot;left&quot;:-25.945511811023618,&quot;top&quot;:147.27275590551181,&quot;width&quot;:951.595511811023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2185826771654,&quot;left&quot;:126.70866141732283,&quot;top&quot;:175.08141732283462,&quot;width&quot;:793.0185826771653}"/>
</p:tagLst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260ce4-cdaf-4108-9343-32bc6789a1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0013F5A9BC3A4CB32E870EE9784523" ma:contentTypeVersion="6" ma:contentTypeDescription="Create a new document." ma:contentTypeScope="" ma:versionID="544b4e150b59bfaffe7756e466b19beb">
  <xsd:schema xmlns:xsd="http://www.w3.org/2001/XMLSchema" xmlns:xs="http://www.w3.org/2001/XMLSchema" xmlns:p="http://schemas.microsoft.com/office/2006/metadata/properties" xmlns:ns3="10260ce4-cdaf-4108-9343-32bc6789a17e" targetNamespace="http://schemas.microsoft.com/office/2006/metadata/properties" ma:root="true" ma:fieldsID="ad1e064cf3fb88a946386e7685ebd24a" ns3:_="">
    <xsd:import namespace="10260ce4-cdaf-4108-9343-32bc6789a17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260ce4-cdaf-4108-9343-32bc6789a17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33610B-CE0D-4B34-A4A5-3A0ED9879D3E}">
  <ds:schemaRefs/>
</ds:datastoreItem>
</file>

<file path=customXml/itemProps2.xml><?xml version="1.0" encoding="utf-8"?>
<ds:datastoreItem xmlns:ds="http://schemas.openxmlformats.org/officeDocument/2006/customXml" ds:itemID="{C288DD37-9A66-4CEC-917F-46CA0B0D2476}">
  <ds:schemaRefs/>
</ds:datastoreItem>
</file>

<file path=customXml/itemProps3.xml><?xml version="1.0" encoding="utf-8"?>
<ds:datastoreItem xmlns:ds="http://schemas.openxmlformats.org/officeDocument/2006/customXml" ds:itemID="{669FE8EA-3C85-41C7-ACEA-823CA859E7E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1844</Words>
  <Application>Microsoft Office PowerPoint</Application>
  <PresentationFormat>Widescreen</PresentationFormat>
  <Paragraphs>352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Courier New</vt:lpstr>
      <vt:lpstr>Artifakt Element Black</vt:lpstr>
      <vt:lpstr>Century Gothic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Always Cherry</dc:creator>
  <cp:lastModifiedBy>RATNALU LILLY</cp:lastModifiedBy>
  <cp:revision>25</cp:revision>
  <dcterms:created xsi:type="dcterms:W3CDTF">2019-12-14T03:50:00Z</dcterms:created>
  <dcterms:modified xsi:type="dcterms:W3CDTF">2026-10-06T08:49:46Z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0x010100420013F5A9BC3A4CB32E870EE9784523</vt:lpwstr>
  </property>
  <property fmtid="{D5CDD505-2E9C-101B-9397-08002B2CF9AE}" pid="3" name="ICV">
    <vt:lpwstr>9EC6DB6371924510A5DF7493E3E3302B_13</vt:lpwstr>
  </property>
  <property fmtid="{D5CDD505-2E9C-101B-9397-08002B2CF9AE}" pid="4" name="KSOProductBuildVer">
    <vt:lpwstr>2057-12.2.0.23206</vt:lpwstr>
  </property>
</Properties>
</file>